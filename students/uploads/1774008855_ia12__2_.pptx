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7" r:id="rId3"/>
    <p:sldId id="258" r:id="rId5"/>
    <p:sldId id="259" r:id="rId6"/>
    <p:sldId id="260" r:id="rId7"/>
    <p:sldId id="261" r:id="rId8"/>
    <p:sldId id="262" r:id="rId9"/>
    <p:sldId id="263" r:id="rId10"/>
    <p:sldId id="264" r:id="rId11"/>
    <p:sldId id="265" r:id="rId12"/>
    <p:sldId id="266" r:id="rId13"/>
    <p:sldId id="267" r:id="rId14"/>
    <p:sldId id="268" r:id="rId15"/>
    <p:sldId id="269" r:id="rId16"/>
    <p:sldId id="291" r:id="rId17"/>
    <p:sldId id="270" r:id="rId18"/>
    <p:sldId id="271" r:id="rId19"/>
    <p:sldId id="272" r:id="rId20"/>
    <p:sldId id="273" r:id="rId21"/>
    <p:sldId id="274" r:id="rId22"/>
    <p:sldId id="275" r:id="rId23"/>
    <p:sldId id="276" r:id="rId24"/>
    <p:sldId id="277" r:id="rId25"/>
    <p:sldId id="278" r:id="rId26"/>
    <p:sldId id="279" r:id="rId27"/>
    <p:sldId id="292" r:id="rId28"/>
    <p:sldId id="280" r:id="rId29"/>
    <p:sldId id="281" r:id="rId30"/>
    <p:sldId id="282" r:id="rId31"/>
    <p:sldId id="283" r:id="rId32"/>
    <p:sldId id="284" r:id="rId33"/>
    <p:sldId id="286" r:id="rId34"/>
    <p:sldId id="287" r:id="rId35"/>
    <p:sldId id="288" r:id="rId36"/>
    <p:sldId id="285" r:id="rId37"/>
    <p:sldId id="290" r:id="rId38"/>
    <p:sldId id="293" r:id="rId39"/>
    <p:sldId id="289" r:id="rId40"/>
  </p:sldIdLst>
  <p:sldSz cx="12192000" cy="68580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2FDB2607-1784-4EEB-B798-7EB5836EED8A}">
        <p14:showMediaCtrls xmlns:p14="http://schemas.microsoft.com/office/powerpoint/2010/main" val="1"/>
      </p:ext>
    </p:extLst>
  </p:showPr>
  <p:clrMru>
    <a:srgbClr val="032E59"/>
    <a:srgbClr val="0B458F"/>
    <a:srgbClr val="F9C30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78" d="100"/>
          <a:sy n="78" d="100"/>
        </p:scale>
        <p:origin x="758"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3" Type="http://schemas.openxmlformats.org/officeDocument/2006/relationships/tableStyles" Target="tableStyles.xml"/><Relationship Id="rId42" Type="http://schemas.openxmlformats.org/officeDocument/2006/relationships/viewProps" Target="viewProps.xml"/><Relationship Id="rId41" Type="http://schemas.openxmlformats.org/officeDocument/2006/relationships/presProps" Target="presProps.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03" name=""/>
        <p:cNvGrpSpPr/>
        <p:nvPr/>
      </p:nvGrpSpPr>
      <p:grpSpPr>
        <a:xfrm>
          <a:off x="0" y="0"/>
          <a:ext cx="0" cy="0"/>
          <a:chOff x="0" y="0"/>
          <a:chExt cx="0" cy="0"/>
        </a:xfrm>
      </p:grpSpPr>
      <p:sp>
        <p:nvSpPr>
          <p:cNvPr id="1048713"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1048714"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1048715"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p>
            <a:endParaRPr lang="en-US"/>
          </a:p>
        </p:txBody>
      </p:sp>
      <p:sp>
        <p:nvSpPr>
          <p:cNvPr id="1048716"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1048717"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1048718"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62" name=""/>
        <p:cNvGrpSpPr/>
        <p:nvPr/>
      </p:nvGrpSpPr>
      <p:grpSpPr/>
      <p:sp>
        <p:nvSpPr>
          <p:cNvPr id="1048610" name="Slide Image Placeholder 1"/>
          <p:cNvSpPr>
            <a:spLocks noGrp="1"/>
          </p:cNvSpPr>
          <p:nvPr>
            <p:ph type="sldImg" idx="2"/>
          </p:nvPr>
        </p:nvSpPr>
        <p:spPr/>
      </p:sp>
      <p:sp>
        <p:nvSpPr>
          <p:cNvPr id="1048611" name="Text Placeholder 2"/>
          <p:cNvSpPr>
            <a:spLocks noGrp="1"/>
          </p:cNvSpPr>
          <p:nvPr>
            <p:ph type="body" idx="3"/>
          </p:nvPr>
        </p:nvSpPr>
        <p:spPr/>
        <p:txBody>
          <a:bodyPr/>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75" name=""/>
        <p:cNvGrpSpPr/>
        <p:nvPr/>
      </p:nvGrpSpPr>
      <p:grpSpPr/>
      <p:sp>
        <p:nvSpPr>
          <p:cNvPr id="1048633" name="Slide Image Placeholder 1"/>
          <p:cNvSpPr>
            <a:spLocks noGrp="1"/>
          </p:cNvSpPr>
          <p:nvPr>
            <p:ph type="sldImg" idx="2"/>
          </p:nvPr>
        </p:nvSpPr>
        <p:spPr/>
      </p:sp>
      <p:sp>
        <p:nvSpPr>
          <p:cNvPr id="1048634" name="Text Placeholder 2"/>
          <p:cNvSpPr>
            <a:spLocks noGrp="1"/>
          </p:cNvSpPr>
          <p:nvPr>
            <p:ph type="body" idx="3"/>
          </p:nvPr>
        </p:nvSpPr>
        <p:spPr/>
        <p:txBody>
          <a:bodyPr/>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78" name=""/>
        <p:cNvGrpSpPr/>
        <p:nvPr/>
      </p:nvGrpSpPr>
      <p:grpSpPr/>
      <p:sp>
        <p:nvSpPr>
          <p:cNvPr id="1048637" name="Slide Image Placeholder 1"/>
          <p:cNvSpPr>
            <a:spLocks noGrp="1"/>
          </p:cNvSpPr>
          <p:nvPr>
            <p:ph type="sldImg" idx="2"/>
          </p:nvPr>
        </p:nvSpPr>
        <p:spPr/>
      </p:sp>
      <p:sp>
        <p:nvSpPr>
          <p:cNvPr id="1048638" name="Text Placeholder 2"/>
          <p:cNvSpPr>
            <a:spLocks noGrp="1"/>
          </p:cNvSpPr>
          <p:nvPr>
            <p:ph type="body" idx="3"/>
          </p:nvPr>
        </p:nvSpPr>
        <p:spPr/>
        <p:txBody>
          <a:bodyPr/>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78" name=""/>
        <p:cNvGrpSpPr/>
        <p:nvPr/>
      </p:nvGrpSpPr>
      <p:grpSpPr/>
      <p:sp>
        <p:nvSpPr>
          <p:cNvPr id="1048637" name="Slide Image Placeholder 1"/>
          <p:cNvSpPr>
            <a:spLocks noGrp="1"/>
          </p:cNvSpPr>
          <p:nvPr>
            <p:ph type="sldImg" idx="2"/>
          </p:nvPr>
        </p:nvSpPr>
        <p:spPr/>
      </p:sp>
      <p:sp>
        <p:nvSpPr>
          <p:cNvPr id="1048638" name="Text Placeholder 2"/>
          <p:cNvSpPr>
            <a:spLocks noGrp="1"/>
          </p:cNvSpPr>
          <p:nvPr>
            <p:ph type="body" idx="3"/>
          </p:nvPr>
        </p:nvSpPr>
        <p:spPr/>
        <p:txBody>
          <a:bodyPr/>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56" name=""/>
        <p:cNvGrpSpPr/>
        <p:nvPr/>
      </p:nvGrpSpPr>
      <p:grpSpPr/>
      <p:sp>
        <p:nvSpPr>
          <p:cNvPr id="1048598" name="Slide Image Placeholder 1"/>
          <p:cNvSpPr>
            <a:spLocks noGrp="1"/>
          </p:cNvSpPr>
          <p:nvPr>
            <p:ph type="sldImg" idx="2"/>
          </p:nvPr>
        </p:nvSpPr>
        <p:spPr/>
      </p:sp>
      <p:sp>
        <p:nvSpPr>
          <p:cNvPr id="1048599" name="Text Placeholder 2"/>
          <p:cNvSpPr>
            <a:spLocks noGrp="1"/>
          </p:cNvSpPr>
          <p:nvPr>
            <p:ph type="body" idx="3"/>
          </p:nvPr>
        </p:nvSpPr>
        <p:spPr/>
        <p:txBody>
          <a:bodyPr/>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52" name=""/>
        <p:cNvGrpSpPr/>
        <p:nvPr/>
      </p:nvGrpSpPr>
      <p:grpSpPr/>
      <p:sp>
        <p:nvSpPr>
          <p:cNvPr id="1048592" name="Slide Image Placeholder 1"/>
          <p:cNvSpPr>
            <a:spLocks noGrp="1"/>
          </p:cNvSpPr>
          <p:nvPr>
            <p:ph type="sldImg" idx="2"/>
          </p:nvPr>
        </p:nvSpPr>
        <p:spPr/>
      </p:sp>
      <p:sp>
        <p:nvSpPr>
          <p:cNvPr id="1048593" name="Text Placeholder 2"/>
          <p:cNvSpPr>
            <a:spLocks noGrp="1"/>
          </p:cNvSpPr>
          <p:nvPr>
            <p:ph type="body" idx="3"/>
          </p:nvPr>
        </p:nvSpPr>
        <p:spPr/>
        <p:txBody>
          <a:bodyPr/>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78" name=""/>
        <p:cNvGrpSpPr/>
        <p:nvPr/>
      </p:nvGrpSpPr>
      <p:grpSpPr/>
      <p:sp>
        <p:nvSpPr>
          <p:cNvPr id="1048637" name="Slide Image Placeholder 1"/>
          <p:cNvSpPr>
            <a:spLocks noGrp="1"/>
          </p:cNvSpPr>
          <p:nvPr>
            <p:ph type="sldImg" idx="2"/>
          </p:nvPr>
        </p:nvSpPr>
        <p:spPr/>
      </p:sp>
      <p:sp>
        <p:nvSpPr>
          <p:cNvPr id="1048638" name="Text Placeholder 2"/>
          <p:cNvSpPr>
            <a:spLocks noGrp="1"/>
          </p:cNvSpPr>
          <p:nvPr>
            <p:ph type="body" idx="3"/>
          </p:nvPr>
        </p:nvSpPr>
        <p:spPr/>
        <p:txBody>
          <a:bodyPr/>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89" name=""/>
        <p:cNvGrpSpPr/>
        <p:nvPr/>
      </p:nvGrpSpPr>
      <p:grpSpPr/>
      <p:sp>
        <p:nvSpPr>
          <p:cNvPr id="1048656" name="Slide Image Placeholder 1"/>
          <p:cNvSpPr>
            <a:spLocks noGrp="1"/>
          </p:cNvSpPr>
          <p:nvPr>
            <p:ph type="sldImg" idx="2"/>
          </p:nvPr>
        </p:nvSpPr>
        <p:spPr/>
      </p:sp>
      <p:sp>
        <p:nvSpPr>
          <p:cNvPr id="1048657" name="Text Placeholder 2"/>
          <p:cNvSpPr>
            <a:spLocks noGrp="1"/>
          </p:cNvSpPr>
          <p:nvPr>
            <p:ph type="body" idx="3"/>
          </p:nvPr>
        </p:nvSpPr>
        <p:spPr/>
        <p:txBody>
          <a:bodyPr/>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52" name=""/>
        <p:cNvGrpSpPr/>
        <p:nvPr/>
      </p:nvGrpSpPr>
      <p:grpSpPr/>
      <p:sp>
        <p:nvSpPr>
          <p:cNvPr id="1048592" name="Slide Image Placeholder 1"/>
          <p:cNvSpPr>
            <a:spLocks noGrp="1"/>
          </p:cNvSpPr>
          <p:nvPr>
            <p:ph type="sldImg" idx="2"/>
          </p:nvPr>
        </p:nvSpPr>
        <p:spPr/>
      </p:sp>
      <p:sp>
        <p:nvSpPr>
          <p:cNvPr id="1048593" name="Text Placeholder 2"/>
          <p:cNvSpPr>
            <a:spLocks noGrp="1"/>
          </p:cNvSpPr>
          <p:nvPr>
            <p:ph type="body" idx="3"/>
          </p:nvPr>
        </p:nvSpPr>
        <p:spPr/>
        <p:txBody>
          <a:bodyPr/>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78" name=""/>
        <p:cNvGrpSpPr/>
        <p:nvPr/>
      </p:nvGrpSpPr>
      <p:grpSpPr/>
      <p:sp>
        <p:nvSpPr>
          <p:cNvPr id="1048637" name="Slide Image Placeholder 1"/>
          <p:cNvSpPr>
            <a:spLocks noGrp="1"/>
          </p:cNvSpPr>
          <p:nvPr>
            <p:ph type="sldImg" idx="2"/>
          </p:nvPr>
        </p:nvSpPr>
        <p:spPr/>
      </p:sp>
      <p:sp>
        <p:nvSpPr>
          <p:cNvPr id="1048638"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59" name=""/>
        <p:cNvGrpSpPr/>
        <p:nvPr/>
      </p:nvGrpSpPr>
      <p:grpSpPr>
        <a:xfrm>
          <a:off x="0" y="0"/>
          <a:ext cx="0" cy="0"/>
          <a:chOff x="0" y="0"/>
          <a:chExt cx="0" cy="0"/>
        </a:xfrm>
      </p:grpSpPr>
      <p:sp>
        <p:nvSpPr>
          <p:cNvPr id="1048603"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a:p>
        </p:txBody>
      </p:sp>
      <p:sp>
        <p:nvSpPr>
          <p:cNvPr id="1048604"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1048605" name="Date Placeholder 3"/>
          <p:cNvSpPr>
            <a:spLocks noGrp="1"/>
          </p:cNvSpPr>
          <p:nvPr>
            <p:ph type="dt" sz="half" idx="10"/>
          </p:nvPr>
        </p:nvSpPr>
        <p:spPr/>
        <p:txBody>
          <a:bodyPr/>
          <a:p>
            <a:fld id="{27CC61B2-1873-4A3F-8BCC-4A40E30C166F}" type="datetimeFigureOut">
              <a:rPr lang="en-US" smtClean="0"/>
            </a:fld>
            <a:endParaRPr lang="en-US"/>
          </a:p>
        </p:txBody>
      </p:sp>
      <p:sp>
        <p:nvSpPr>
          <p:cNvPr id="1048606" name="Footer Placeholder 4"/>
          <p:cNvSpPr>
            <a:spLocks noGrp="1"/>
          </p:cNvSpPr>
          <p:nvPr>
            <p:ph type="ftr" sz="quarter" idx="11"/>
          </p:nvPr>
        </p:nvSpPr>
        <p:spPr/>
        <p:txBody>
          <a:bodyPr/>
          <a:p>
            <a:endParaRPr lang="en-US"/>
          </a:p>
        </p:txBody>
      </p:sp>
      <p:sp>
        <p:nvSpPr>
          <p:cNvPr id="1048607" name="Slide Number Placeholder 5"/>
          <p:cNvSpPr>
            <a:spLocks noGrp="1"/>
          </p:cNvSpPr>
          <p:nvPr>
            <p:ph type="sldNum" sz="quarter" idx="12"/>
          </p:nvPr>
        </p:nvSpPr>
        <p:spPr/>
        <p:txBody>
          <a:bodyPr/>
          <a:p>
            <a:fld id="{8C53BE78-AA4D-4D25-AFC6-C0B5825117E4}"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47" name=""/>
        <p:cNvGrpSpPr/>
        <p:nvPr/>
      </p:nvGrpSpPr>
      <p:grpSpPr>
        <a:xfrm>
          <a:off x="0" y="0"/>
          <a:ext cx="0" cy="0"/>
          <a:chOff x="0" y="0"/>
          <a:chExt cx="0" cy="0"/>
        </a:xfrm>
      </p:grpSpPr>
      <p:sp>
        <p:nvSpPr>
          <p:cNvPr id="1048581" name="Title 1"/>
          <p:cNvSpPr>
            <a:spLocks noGrp="1"/>
          </p:cNvSpPr>
          <p:nvPr>
            <p:ph type="title"/>
          </p:nvPr>
        </p:nvSpPr>
        <p:spPr/>
        <p:txBody>
          <a:bodyPr/>
          <a:p>
            <a:r>
              <a:rPr lang="en-US"/>
              <a:t>Click to edit Master title style</a:t>
            </a:r>
            <a:endParaRPr lang="en-US"/>
          </a:p>
        </p:txBody>
      </p:sp>
      <p:sp>
        <p:nvSpPr>
          <p:cNvPr id="1048582" name="Content Placeholder 2"/>
          <p:cNvSpPr>
            <a:spLocks noGrp="1"/>
          </p:cNvSpPr>
          <p:nvPr>
            <p:ph idx="1"/>
          </p:nvPr>
        </p:nvSpPr>
        <p:spPr/>
        <p:txBody>
          <a:bodyPr/>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048583" name="Date Placeholder 3"/>
          <p:cNvSpPr>
            <a:spLocks noGrp="1"/>
          </p:cNvSpPr>
          <p:nvPr>
            <p:ph type="dt" sz="half" idx="10"/>
          </p:nvPr>
        </p:nvSpPr>
        <p:spPr/>
        <p:txBody>
          <a:bodyPr/>
          <a:p>
            <a:fld id="{27CC61B2-1873-4A3F-8BCC-4A40E30C166F}" type="datetimeFigureOut">
              <a:rPr lang="en-US" smtClean="0"/>
            </a:fld>
            <a:endParaRPr lang="en-US"/>
          </a:p>
        </p:txBody>
      </p:sp>
      <p:sp>
        <p:nvSpPr>
          <p:cNvPr id="1048584" name="Footer Placeholder 4"/>
          <p:cNvSpPr>
            <a:spLocks noGrp="1"/>
          </p:cNvSpPr>
          <p:nvPr>
            <p:ph type="ftr" sz="quarter" idx="11"/>
          </p:nvPr>
        </p:nvSpPr>
        <p:spPr/>
        <p:txBody>
          <a:bodyPr/>
          <a:p>
            <a:endParaRPr lang="en-US"/>
          </a:p>
        </p:txBody>
      </p:sp>
      <p:sp>
        <p:nvSpPr>
          <p:cNvPr id="1048585" name="Slide Number Placeholder 5"/>
          <p:cNvSpPr>
            <a:spLocks noGrp="1"/>
          </p:cNvSpPr>
          <p:nvPr>
            <p:ph type="sldNum" sz="quarter" idx="12"/>
          </p:nvPr>
        </p:nvSpPr>
        <p:spPr/>
        <p:txBody>
          <a:bodyPr/>
          <a:p>
            <a:fld id="{8C53BE78-AA4D-4D25-AFC6-C0B5825117E4}"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93" name=""/>
        <p:cNvGrpSpPr/>
        <p:nvPr/>
      </p:nvGrpSpPr>
      <p:grpSpPr>
        <a:xfrm>
          <a:off x="0" y="0"/>
          <a:ext cx="0" cy="0"/>
          <a:chOff x="0" y="0"/>
          <a:chExt cx="0" cy="0"/>
        </a:xfrm>
      </p:grpSpPr>
      <p:sp>
        <p:nvSpPr>
          <p:cNvPr id="1048664"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a:p>
        </p:txBody>
      </p:sp>
      <p:sp>
        <p:nvSpPr>
          <p:cNvPr id="1048665"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1048666" name="Date Placeholder 3"/>
          <p:cNvSpPr>
            <a:spLocks noGrp="1"/>
          </p:cNvSpPr>
          <p:nvPr>
            <p:ph type="dt" sz="half" idx="10"/>
          </p:nvPr>
        </p:nvSpPr>
        <p:spPr/>
        <p:txBody>
          <a:bodyPr/>
          <a:p>
            <a:fld id="{27CC61B2-1873-4A3F-8BCC-4A40E30C166F}" type="datetimeFigureOut">
              <a:rPr lang="en-US" smtClean="0"/>
            </a:fld>
            <a:endParaRPr lang="en-US"/>
          </a:p>
        </p:txBody>
      </p:sp>
      <p:sp>
        <p:nvSpPr>
          <p:cNvPr id="1048667" name="Footer Placeholder 4"/>
          <p:cNvSpPr>
            <a:spLocks noGrp="1"/>
          </p:cNvSpPr>
          <p:nvPr>
            <p:ph type="ftr" sz="quarter" idx="11"/>
          </p:nvPr>
        </p:nvSpPr>
        <p:spPr/>
        <p:txBody>
          <a:bodyPr/>
          <a:p>
            <a:endParaRPr lang="en-US"/>
          </a:p>
        </p:txBody>
      </p:sp>
      <p:sp>
        <p:nvSpPr>
          <p:cNvPr id="1048668" name="Slide Number Placeholder 5"/>
          <p:cNvSpPr>
            <a:spLocks noGrp="1"/>
          </p:cNvSpPr>
          <p:nvPr>
            <p:ph type="sldNum" sz="quarter" idx="12"/>
          </p:nvPr>
        </p:nvSpPr>
        <p:spPr/>
        <p:txBody>
          <a:bodyPr/>
          <a:p>
            <a:fld id="{8C53BE78-AA4D-4D25-AFC6-C0B5825117E4}"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99" name=""/>
        <p:cNvGrpSpPr/>
        <p:nvPr/>
      </p:nvGrpSpPr>
      <p:grpSpPr>
        <a:xfrm>
          <a:off x="0" y="0"/>
          <a:ext cx="0" cy="0"/>
          <a:chOff x="0" y="0"/>
          <a:chExt cx="0" cy="0"/>
        </a:xfrm>
      </p:grpSpPr>
      <p:sp>
        <p:nvSpPr>
          <p:cNvPr id="1048690" name="Title 1"/>
          <p:cNvSpPr>
            <a:spLocks noGrp="1"/>
          </p:cNvSpPr>
          <p:nvPr>
            <p:ph type="title"/>
          </p:nvPr>
        </p:nvSpPr>
        <p:spPr/>
        <p:txBody>
          <a:bodyPr/>
          <a:p>
            <a:r>
              <a:rPr lang="en-US"/>
              <a:t>Click to edit Master title style</a:t>
            </a:r>
            <a:endParaRPr lang="en-US"/>
          </a:p>
        </p:txBody>
      </p:sp>
      <p:sp>
        <p:nvSpPr>
          <p:cNvPr id="1048691" name="Content Placeholder 2"/>
          <p:cNvSpPr>
            <a:spLocks noGrp="1"/>
          </p:cNvSpPr>
          <p:nvPr>
            <p:ph sz="half" idx="1"/>
          </p:nvPr>
        </p:nvSpPr>
        <p:spPr>
          <a:xfrm>
            <a:off x="838200" y="1825625"/>
            <a:ext cx="5181600" cy="4351338"/>
          </a:xfrm>
        </p:spPr>
        <p:txBody>
          <a:bodyPr/>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048692" name="Content Placeholder 3"/>
          <p:cNvSpPr>
            <a:spLocks noGrp="1"/>
          </p:cNvSpPr>
          <p:nvPr>
            <p:ph sz="half" idx="2"/>
          </p:nvPr>
        </p:nvSpPr>
        <p:spPr>
          <a:xfrm>
            <a:off x="6172200" y="1825625"/>
            <a:ext cx="5181600" cy="4351338"/>
          </a:xfrm>
        </p:spPr>
        <p:txBody>
          <a:bodyPr/>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048693" name="Date Placeholder 4"/>
          <p:cNvSpPr>
            <a:spLocks noGrp="1"/>
          </p:cNvSpPr>
          <p:nvPr>
            <p:ph type="dt" sz="half" idx="10"/>
          </p:nvPr>
        </p:nvSpPr>
        <p:spPr/>
        <p:txBody>
          <a:bodyPr/>
          <a:p>
            <a:fld id="{27CC61B2-1873-4A3F-8BCC-4A40E30C166F}" type="datetimeFigureOut">
              <a:rPr lang="en-US" smtClean="0"/>
            </a:fld>
            <a:endParaRPr lang="en-US"/>
          </a:p>
        </p:txBody>
      </p:sp>
      <p:sp>
        <p:nvSpPr>
          <p:cNvPr id="1048694" name="Footer Placeholder 5"/>
          <p:cNvSpPr>
            <a:spLocks noGrp="1"/>
          </p:cNvSpPr>
          <p:nvPr>
            <p:ph type="ftr" sz="quarter" idx="11"/>
          </p:nvPr>
        </p:nvSpPr>
        <p:spPr/>
        <p:txBody>
          <a:bodyPr/>
          <a:p>
            <a:endParaRPr lang="en-US"/>
          </a:p>
        </p:txBody>
      </p:sp>
      <p:sp>
        <p:nvSpPr>
          <p:cNvPr id="1048695" name="Slide Number Placeholder 6"/>
          <p:cNvSpPr>
            <a:spLocks noGrp="1"/>
          </p:cNvSpPr>
          <p:nvPr>
            <p:ph type="sldNum" sz="quarter" idx="12"/>
          </p:nvPr>
        </p:nvSpPr>
        <p:spPr/>
        <p:txBody>
          <a:bodyPr/>
          <a:p>
            <a:fld id="{8C53BE78-AA4D-4D25-AFC6-C0B5825117E4}"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00" name=""/>
        <p:cNvGrpSpPr/>
        <p:nvPr/>
      </p:nvGrpSpPr>
      <p:grpSpPr>
        <a:xfrm>
          <a:off x="0" y="0"/>
          <a:ext cx="0" cy="0"/>
          <a:chOff x="0" y="0"/>
          <a:chExt cx="0" cy="0"/>
        </a:xfrm>
      </p:grpSpPr>
      <p:sp>
        <p:nvSpPr>
          <p:cNvPr id="1048696" name="Title 1"/>
          <p:cNvSpPr>
            <a:spLocks noGrp="1"/>
          </p:cNvSpPr>
          <p:nvPr>
            <p:ph type="title"/>
          </p:nvPr>
        </p:nvSpPr>
        <p:spPr>
          <a:xfrm>
            <a:off x="839788" y="365125"/>
            <a:ext cx="10515600" cy="1325563"/>
          </a:xfrm>
        </p:spPr>
        <p:txBody>
          <a:bodyPr/>
          <a:p>
            <a:r>
              <a:rPr lang="en-US"/>
              <a:t>Click to edit Master title style</a:t>
            </a:r>
            <a:endParaRPr lang="en-US"/>
          </a:p>
        </p:txBody>
      </p:sp>
      <p:sp>
        <p:nvSpPr>
          <p:cNvPr id="1048697"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1048698" name="Content Placeholder 3"/>
          <p:cNvSpPr>
            <a:spLocks noGrp="1"/>
          </p:cNvSpPr>
          <p:nvPr>
            <p:ph sz="half" idx="2"/>
          </p:nvPr>
        </p:nvSpPr>
        <p:spPr>
          <a:xfrm>
            <a:off x="839788" y="2505075"/>
            <a:ext cx="5157787" cy="3684588"/>
          </a:xfrm>
        </p:spPr>
        <p:txBody>
          <a:bodyPr/>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048699"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1048700" name="Content Placeholder 5"/>
          <p:cNvSpPr>
            <a:spLocks noGrp="1"/>
          </p:cNvSpPr>
          <p:nvPr>
            <p:ph sz="quarter" idx="4"/>
          </p:nvPr>
        </p:nvSpPr>
        <p:spPr>
          <a:xfrm>
            <a:off x="6172200" y="2505075"/>
            <a:ext cx="5183188" cy="3684588"/>
          </a:xfrm>
        </p:spPr>
        <p:txBody>
          <a:bodyPr/>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048701" name="Date Placeholder 6"/>
          <p:cNvSpPr>
            <a:spLocks noGrp="1"/>
          </p:cNvSpPr>
          <p:nvPr>
            <p:ph type="dt" sz="half" idx="10"/>
          </p:nvPr>
        </p:nvSpPr>
        <p:spPr/>
        <p:txBody>
          <a:bodyPr/>
          <a:p>
            <a:fld id="{27CC61B2-1873-4A3F-8BCC-4A40E30C166F}" type="datetimeFigureOut">
              <a:rPr lang="en-US" smtClean="0"/>
            </a:fld>
            <a:endParaRPr lang="en-US"/>
          </a:p>
        </p:txBody>
      </p:sp>
      <p:sp>
        <p:nvSpPr>
          <p:cNvPr id="1048702" name="Footer Placeholder 7"/>
          <p:cNvSpPr>
            <a:spLocks noGrp="1"/>
          </p:cNvSpPr>
          <p:nvPr>
            <p:ph type="ftr" sz="quarter" idx="11"/>
          </p:nvPr>
        </p:nvSpPr>
        <p:spPr/>
        <p:txBody>
          <a:bodyPr/>
          <a:p>
            <a:endParaRPr lang="en-US"/>
          </a:p>
        </p:txBody>
      </p:sp>
      <p:sp>
        <p:nvSpPr>
          <p:cNvPr id="1048703" name="Slide Number Placeholder 8"/>
          <p:cNvSpPr>
            <a:spLocks noGrp="1"/>
          </p:cNvSpPr>
          <p:nvPr>
            <p:ph type="sldNum" sz="quarter" idx="12"/>
          </p:nvPr>
        </p:nvSpPr>
        <p:spPr/>
        <p:txBody>
          <a:bodyPr/>
          <a:p>
            <a:fld id="{8C53BE78-AA4D-4D25-AFC6-C0B5825117E4}"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95" name=""/>
        <p:cNvGrpSpPr/>
        <p:nvPr/>
      </p:nvGrpSpPr>
      <p:grpSpPr>
        <a:xfrm>
          <a:off x="0" y="0"/>
          <a:ext cx="0" cy="0"/>
          <a:chOff x="0" y="0"/>
          <a:chExt cx="0" cy="0"/>
        </a:xfrm>
      </p:grpSpPr>
      <p:sp>
        <p:nvSpPr>
          <p:cNvPr id="1048670" name="Title 1"/>
          <p:cNvSpPr>
            <a:spLocks noGrp="1"/>
          </p:cNvSpPr>
          <p:nvPr>
            <p:ph type="title"/>
          </p:nvPr>
        </p:nvSpPr>
        <p:spPr/>
        <p:txBody>
          <a:bodyPr/>
          <a:p>
            <a:r>
              <a:rPr lang="en-US"/>
              <a:t>Click to edit Master title style</a:t>
            </a:r>
            <a:endParaRPr lang="en-US"/>
          </a:p>
        </p:txBody>
      </p:sp>
      <p:sp>
        <p:nvSpPr>
          <p:cNvPr id="1048671" name="Date Placeholder 2"/>
          <p:cNvSpPr>
            <a:spLocks noGrp="1"/>
          </p:cNvSpPr>
          <p:nvPr>
            <p:ph type="dt" sz="half" idx="10"/>
          </p:nvPr>
        </p:nvSpPr>
        <p:spPr/>
        <p:txBody>
          <a:bodyPr/>
          <a:p>
            <a:fld id="{27CC61B2-1873-4A3F-8BCC-4A40E30C166F}" type="datetimeFigureOut">
              <a:rPr lang="en-US" smtClean="0"/>
            </a:fld>
            <a:endParaRPr lang="en-US"/>
          </a:p>
        </p:txBody>
      </p:sp>
      <p:sp>
        <p:nvSpPr>
          <p:cNvPr id="1048672" name="Footer Placeholder 3"/>
          <p:cNvSpPr>
            <a:spLocks noGrp="1"/>
          </p:cNvSpPr>
          <p:nvPr>
            <p:ph type="ftr" sz="quarter" idx="11"/>
          </p:nvPr>
        </p:nvSpPr>
        <p:spPr/>
        <p:txBody>
          <a:bodyPr/>
          <a:p>
            <a:endParaRPr lang="en-US"/>
          </a:p>
        </p:txBody>
      </p:sp>
      <p:sp>
        <p:nvSpPr>
          <p:cNvPr id="1048673" name="Slide Number Placeholder 4"/>
          <p:cNvSpPr>
            <a:spLocks noGrp="1"/>
          </p:cNvSpPr>
          <p:nvPr>
            <p:ph type="sldNum" sz="quarter" idx="12"/>
          </p:nvPr>
        </p:nvSpPr>
        <p:spPr/>
        <p:txBody>
          <a:bodyPr/>
          <a:p>
            <a:fld id="{8C53BE78-AA4D-4D25-AFC6-C0B5825117E4}"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01" name=""/>
        <p:cNvGrpSpPr/>
        <p:nvPr/>
      </p:nvGrpSpPr>
      <p:grpSpPr>
        <a:xfrm>
          <a:off x="0" y="0"/>
          <a:ext cx="0" cy="0"/>
          <a:chOff x="0" y="0"/>
          <a:chExt cx="0" cy="0"/>
        </a:xfrm>
      </p:grpSpPr>
      <p:sp>
        <p:nvSpPr>
          <p:cNvPr id="1048704" name="Date Placeholder 1"/>
          <p:cNvSpPr>
            <a:spLocks noGrp="1"/>
          </p:cNvSpPr>
          <p:nvPr>
            <p:ph type="dt" sz="half" idx="10"/>
          </p:nvPr>
        </p:nvSpPr>
        <p:spPr/>
        <p:txBody>
          <a:bodyPr/>
          <a:p>
            <a:fld id="{27CC61B2-1873-4A3F-8BCC-4A40E30C166F}" type="datetimeFigureOut">
              <a:rPr lang="en-US" smtClean="0"/>
            </a:fld>
            <a:endParaRPr lang="en-US"/>
          </a:p>
        </p:txBody>
      </p:sp>
      <p:sp>
        <p:nvSpPr>
          <p:cNvPr id="1048705" name="Footer Placeholder 2"/>
          <p:cNvSpPr>
            <a:spLocks noGrp="1"/>
          </p:cNvSpPr>
          <p:nvPr>
            <p:ph type="ftr" sz="quarter" idx="11"/>
          </p:nvPr>
        </p:nvSpPr>
        <p:spPr/>
        <p:txBody>
          <a:bodyPr/>
          <a:p>
            <a:endParaRPr lang="en-US"/>
          </a:p>
        </p:txBody>
      </p:sp>
      <p:sp>
        <p:nvSpPr>
          <p:cNvPr id="1048706" name="Slide Number Placeholder 3"/>
          <p:cNvSpPr>
            <a:spLocks noGrp="1"/>
          </p:cNvSpPr>
          <p:nvPr>
            <p:ph type="sldNum" sz="quarter" idx="12"/>
          </p:nvPr>
        </p:nvSpPr>
        <p:spPr/>
        <p:txBody>
          <a:bodyPr/>
          <a:p>
            <a:fld id="{8C53BE78-AA4D-4D25-AFC6-C0B5825117E4}"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02" name=""/>
        <p:cNvGrpSpPr/>
        <p:nvPr/>
      </p:nvGrpSpPr>
      <p:grpSpPr>
        <a:xfrm>
          <a:off x="0" y="0"/>
          <a:ext cx="0" cy="0"/>
          <a:chOff x="0" y="0"/>
          <a:chExt cx="0" cy="0"/>
        </a:xfrm>
      </p:grpSpPr>
      <p:sp>
        <p:nvSpPr>
          <p:cNvPr id="1048707"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1048708"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048709"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1048710" name="Date Placeholder 4"/>
          <p:cNvSpPr>
            <a:spLocks noGrp="1"/>
          </p:cNvSpPr>
          <p:nvPr>
            <p:ph type="dt" sz="half" idx="10"/>
          </p:nvPr>
        </p:nvSpPr>
        <p:spPr/>
        <p:txBody>
          <a:bodyPr/>
          <a:p>
            <a:fld id="{27CC61B2-1873-4A3F-8BCC-4A40E30C166F}" type="datetimeFigureOut">
              <a:rPr lang="en-US" smtClean="0"/>
            </a:fld>
            <a:endParaRPr lang="en-US"/>
          </a:p>
        </p:txBody>
      </p:sp>
      <p:sp>
        <p:nvSpPr>
          <p:cNvPr id="1048711" name="Footer Placeholder 5"/>
          <p:cNvSpPr>
            <a:spLocks noGrp="1"/>
          </p:cNvSpPr>
          <p:nvPr>
            <p:ph type="ftr" sz="quarter" idx="11"/>
          </p:nvPr>
        </p:nvSpPr>
        <p:spPr/>
        <p:txBody>
          <a:bodyPr/>
          <a:p>
            <a:endParaRPr lang="en-US"/>
          </a:p>
        </p:txBody>
      </p:sp>
      <p:sp>
        <p:nvSpPr>
          <p:cNvPr id="1048712" name="Slide Number Placeholder 6"/>
          <p:cNvSpPr>
            <a:spLocks noGrp="1"/>
          </p:cNvSpPr>
          <p:nvPr>
            <p:ph type="sldNum" sz="quarter" idx="12"/>
          </p:nvPr>
        </p:nvSpPr>
        <p:spPr/>
        <p:txBody>
          <a:bodyPr/>
          <a:p>
            <a:fld id="{8C53BE78-AA4D-4D25-AFC6-C0B5825117E4}"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97" name=""/>
        <p:cNvGrpSpPr/>
        <p:nvPr/>
      </p:nvGrpSpPr>
      <p:grpSpPr>
        <a:xfrm>
          <a:off x="0" y="0"/>
          <a:ext cx="0" cy="0"/>
          <a:chOff x="0" y="0"/>
          <a:chExt cx="0" cy="0"/>
        </a:xfrm>
      </p:grpSpPr>
      <p:sp>
        <p:nvSpPr>
          <p:cNvPr id="1048679"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1048680"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681"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1048682" name="Date Placeholder 4"/>
          <p:cNvSpPr>
            <a:spLocks noGrp="1"/>
          </p:cNvSpPr>
          <p:nvPr>
            <p:ph type="dt" sz="half" idx="10"/>
          </p:nvPr>
        </p:nvSpPr>
        <p:spPr/>
        <p:txBody>
          <a:bodyPr/>
          <a:p>
            <a:fld id="{27CC61B2-1873-4A3F-8BCC-4A40E30C166F}" type="datetimeFigureOut">
              <a:rPr lang="en-US" smtClean="0"/>
            </a:fld>
            <a:endParaRPr lang="en-US"/>
          </a:p>
        </p:txBody>
      </p:sp>
      <p:sp>
        <p:nvSpPr>
          <p:cNvPr id="1048683" name="Footer Placeholder 5"/>
          <p:cNvSpPr>
            <a:spLocks noGrp="1"/>
          </p:cNvSpPr>
          <p:nvPr>
            <p:ph type="ftr" sz="quarter" idx="11"/>
          </p:nvPr>
        </p:nvSpPr>
        <p:spPr/>
        <p:txBody>
          <a:bodyPr/>
          <a:p>
            <a:endParaRPr lang="en-US"/>
          </a:p>
        </p:txBody>
      </p:sp>
      <p:sp>
        <p:nvSpPr>
          <p:cNvPr id="1048684" name="Slide Number Placeholder 6"/>
          <p:cNvSpPr>
            <a:spLocks noGrp="1"/>
          </p:cNvSpPr>
          <p:nvPr>
            <p:ph type="sldNum" sz="quarter" idx="12"/>
          </p:nvPr>
        </p:nvSpPr>
        <p:spPr/>
        <p:txBody>
          <a:bodyPr/>
          <a:p>
            <a:fld id="{8C53BE78-AA4D-4D25-AFC6-C0B5825117E4}"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98" name=""/>
        <p:cNvGrpSpPr/>
        <p:nvPr/>
      </p:nvGrpSpPr>
      <p:grpSpPr>
        <a:xfrm>
          <a:off x="0" y="0"/>
          <a:ext cx="0" cy="0"/>
          <a:chOff x="0" y="0"/>
          <a:chExt cx="0" cy="0"/>
        </a:xfrm>
      </p:grpSpPr>
      <p:sp>
        <p:nvSpPr>
          <p:cNvPr id="1048685" name="Title 1"/>
          <p:cNvSpPr>
            <a:spLocks noGrp="1"/>
          </p:cNvSpPr>
          <p:nvPr>
            <p:ph type="title"/>
          </p:nvPr>
        </p:nvSpPr>
        <p:spPr/>
        <p:txBody>
          <a:bodyPr/>
          <a:p>
            <a:r>
              <a:rPr lang="en-US"/>
              <a:t>Click to edit Master title style</a:t>
            </a:r>
            <a:endParaRPr lang="en-US"/>
          </a:p>
        </p:txBody>
      </p:sp>
      <p:sp>
        <p:nvSpPr>
          <p:cNvPr id="1048686" name="Vertical Text Placeholder 2"/>
          <p:cNvSpPr>
            <a:spLocks noGrp="1"/>
          </p:cNvSpPr>
          <p:nvPr>
            <p:ph type="body" orient="vert" idx="1"/>
          </p:nvPr>
        </p:nvSpPr>
        <p:spPr/>
        <p:txBody>
          <a:bodyPr vert="eaVert"/>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048687" name="Date Placeholder 3"/>
          <p:cNvSpPr>
            <a:spLocks noGrp="1"/>
          </p:cNvSpPr>
          <p:nvPr>
            <p:ph type="dt" sz="half" idx="10"/>
          </p:nvPr>
        </p:nvSpPr>
        <p:spPr/>
        <p:txBody>
          <a:bodyPr/>
          <a:p>
            <a:fld id="{27CC61B2-1873-4A3F-8BCC-4A40E30C166F}" type="datetimeFigureOut">
              <a:rPr lang="en-US" smtClean="0"/>
            </a:fld>
            <a:endParaRPr lang="en-US"/>
          </a:p>
        </p:txBody>
      </p:sp>
      <p:sp>
        <p:nvSpPr>
          <p:cNvPr id="1048688" name="Footer Placeholder 4"/>
          <p:cNvSpPr>
            <a:spLocks noGrp="1"/>
          </p:cNvSpPr>
          <p:nvPr>
            <p:ph type="ftr" sz="quarter" idx="11"/>
          </p:nvPr>
        </p:nvSpPr>
        <p:spPr/>
        <p:txBody>
          <a:bodyPr/>
          <a:p>
            <a:endParaRPr lang="en-US"/>
          </a:p>
        </p:txBody>
      </p:sp>
      <p:sp>
        <p:nvSpPr>
          <p:cNvPr id="1048689" name="Slide Number Placeholder 5"/>
          <p:cNvSpPr>
            <a:spLocks noGrp="1"/>
          </p:cNvSpPr>
          <p:nvPr>
            <p:ph type="sldNum" sz="quarter" idx="12"/>
          </p:nvPr>
        </p:nvSpPr>
        <p:spPr/>
        <p:txBody>
          <a:bodyPr/>
          <a:p>
            <a:fld id="{8C53BE78-AA4D-4D25-AFC6-C0B5825117E4}"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96" name=""/>
        <p:cNvGrpSpPr/>
        <p:nvPr/>
      </p:nvGrpSpPr>
      <p:grpSpPr>
        <a:xfrm>
          <a:off x="0" y="0"/>
          <a:ext cx="0" cy="0"/>
          <a:chOff x="0" y="0"/>
          <a:chExt cx="0" cy="0"/>
        </a:xfrm>
      </p:grpSpPr>
      <p:sp>
        <p:nvSpPr>
          <p:cNvPr id="1048674" name="Vertical Title 1"/>
          <p:cNvSpPr>
            <a:spLocks noGrp="1"/>
          </p:cNvSpPr>
          <p:nvPr>
            <p:ph type="title" orient="vert"/>
          </p:nvPr>
        </p:nvSpPr>
        <p:spPr>
          <a:xfrm>
            <a:off x="8724900" y="365125"/>
            <a:ext cx="2628900" cy="5811838"/>
          </a:xfrm>
        </p:spPr>
        <p:txBody>
          <a:bodyPr vert="eaVert"/>
          <a:p>
            <a:r>
              <a:rPr lang="en-US"/>
              <a:t>Click to edit Master title style</a:t>
            </a:r>
            <a:endParaRPr lang="en-US"/>
          </a:p>
        </p:txBody>
      </p:sp>
      <p:sp>
        <p:nvSpPr>
          <p:cNvPr id="1048675" name="Vertical Text Placeholder 2"/>
          <p:cNvSpPr>
            <a:spLocks noGrp="1"/>
          </p:cNvSpPr>
          <p:nvPr>
            <p:ph type="body" orient="vert" idx="1"/>
          </p:nvPr>
        </p:nvSpPr>
        <p:spPr>
          <a:xfrm>
            <a:off x="838200" y="365125"/>
            <a:ext cx="7734300" cy="5811838"/>
          </a:xfrm>
        </p:spPr>
        <p:txBody>
          <a:bodyPr vert="eaVert"/>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048676" name="Date Placeholder 3"/>
          <p:cNvSpPr>
            <a:spLocks noGrp="1"/>
          </p:cNvSpPr>
          <p:nvPr>
            <p:ph type="dt" sz="half" idx="10"/>
          </p:nvPr>
        </p:nvSpPr>
        <p:spPr/>
        <p:txBody>
          <a:bodyPr/>
          <a:p>
            <a:fld id="{27CC61B2-1873-4A3F-8BCC-4A40E30C166F}" type="datetimeFigureOut">
              <a:rPr lang="en-US" smtClean="0"/>
            </a:fld>
            <a:endParaRPr lang="en-US"/>
          </a:p>
        </p:txBody>
      </p:sp>
      <p:sp>
        <p:nvSpPr>
          <p:cNvPr id="1048677" name="Footer Placeholder 4"/>
          <p:cNvSpPr>
            <a:spLocks noGrp="1"/>
          </p:cNvSpPr>
          <p:nvPr>
            <p:ph type="ftr" sz="quarter" idx="11"/>
          </p:nvPr>
        </p:nvSpPr>
        <p:spPr/>
        <p:txBody>
          <a:bodyPr/>
          <a:p>
            <a:endParaRPr lang="en-US"/>
          </a:p>
        </p:txBody>
      </p:sp>
      <p:sp>
        <p:nvSpPr>
          <p:cNvPr id="1048678" name="Slide Number Placeholder 5"/>
          <p:cNvSpPr>
            <a:spLocks noGrp="1"/>
          </p:cNvSpPr>
          <p:nvPr>
            <p:ph type="sldNum" sz="quarter" idx="12"/>
          </p:nvPr>
        </p:nvSpPr>
        <p:spPr/>
        <p:txBody>
          <a:bodyPr/>
          <a:p>
            <a:fld id="{8C53BE78-AA4D-4D25-AFC6-C0B5825117E4}"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35" name=""/>
        <p:cNvGrpSpPr/>
        <p:nvPr/>
      </p:nvGrpSpPr>
      <p:grpSpPr>
        <a:xfrm>
          <a:off x="0" y="0"/>
          <a:ext cx="0" cy="0"/>
          <a:chOff x="0" y="0"/>
          <a:chExt cx="0" cy="0"/>
        </a:xfrm>
      </p:grpSpPr>
      <p:sp>
        <p:nvSpPr>
          <p:cNvPr id="1048576"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p>
            <a:r>
              <a:rPr lang="en-US"/>
              <a:t>Click to edit Master title style</a:t>
            </a:r>
            <a:endParaRPr lang="en-US"/>
          </a:p>
        </p:txBody>
      </p:sp>
      <p:sp>
        <p:nvSpPr>
          <p:cNvPr id="1048577"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048578"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7CC61B2-1873-4A3F-8BCC-4A40E30C166F}" type="datetimeFigureOut">
              <a:rPr lang="en-US" smtClean="0"/>
            </a:fld>
            <a:endParaRPr lang="en-US"/>
          </a:p>
        </p:txBody>
      </p:sp>
      <p:sp>
        <p:nvSpPr>
          <p:cNvPr id="1048579"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1048580"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53BE78-AA4D-4D25-AFC6-C0B5825117E4}"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jpeg"/><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image" Target="../media/image4.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4.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60" name=""/>
        <p:cNvGrpSpPr/>
        <p:nvPr/>
      </p:nvGrpSpPr>
      <p:grpSpPr>
        <a:xfrm>
          <a:off x="0" y="0"/>
          <a:ext cx="0" cy="0"/>
          <a:chOff x="0" y="0"/>
          <a:chExt cx="0" cy="0"/>
        </a:xfrm>
      </p:grpSpPr>
      <p:pic>
        <p:nvPicPr>
          <p:cNvPr id="2097153" name="Picture 3"/>
          <p:cNvPicPr>
            <a:picLocks noChangeAspect="1"/>
          </p:cNvPicPr>
          <p:nvPr/>
        </p:nvPicPr>
        <p:blipFill>
          <a:blip r:embed="rId2"/>
          <a:stretch>
            <a:fillRect/>
          </a:stretch>
        </p:blipFill>
        <p:spPr>
          <a:xfrm>
            <a:off x="372165" y="333644"/>
            <a:ext cx="1404527" cy="1371600"/>
          </a:xfrm>
          <a:prstGeom prst="rect">
            <a:avLst/>
          </a:prstGeom>
        </p:spPr>
      </p:pic>
      <p:sp>
        <p:nvSpPr>
          <p:cNvPr id="1048608" name="Title 1"/>
          <p:cNvSpPr>
            <a:spLocks noGrp="1"/>
          </p:cNvSpPr>
          <p:nvPr>
            <p:ph type="ctrTitle"/>
          </p:nvPr>
        </p:nvSpPr>
        <p:spPr>
          <a:xfrm>
            <a:off x="518080" y="2061658"/>
            <a:ext cx="7157043" cy="1250468"/>
          </a:xfrm>
        </p:spPr>
        <p:txBody>
          <a:bodyPr>
            <a:normAutofit/>
          </a:bodyPr>
          <a:p>
            <a:pPr algn="l"/>
            <a:r>
              <a:rPr lang="en-US" sz="4445" b="1" dirty="0">
                <a:solidFill>
                  <a:srgbClr val="032E59"/>
                </a:solidFill>
              </a:rPr>
              <a:t>Title Prosposal Presentation </a:t>
            </a:r>
            <a:endParaRPr lang="en-US" sz="4445" b="1" dirty="0">
              <a:solidFill>
                <a:srgbClr val="032E59"/>
              </a:solidFill>
            </a:endParaRPr>
          </a:p>
        </p:txBody>
      </p:sp>
      <p:sp>
        <p:nvSpPr>
          <p:cNvPr id="1048609" name="Title 1"/>
          <p:cNvSpPr txBox="1"/>
          <p:nvPr/>
        </p:nvSpPr>
        <p:spPr>
          <a:xfrm>
            <a:off x="633919" y="3545875"/>
            <a:ext cx="7041204"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600" b="1" dirty="0">
                <a:solidFill>
                  <a:srgbClr val="032E59"/>
                </a:solidFill>
              </a:rPr>
              <a:t>By : Ian Padilla</a:t>
            </a:r>
            <a:endParaRPr lang="en-US" sz="3600" b="1" dirty="0">
              <a:solidFill>
                <a:srgbClr val="032E59"/>
              </a:solidFill>
            </a:endParaRPr>
          </a:p>
        </p:txBody>
      </p:sp>
      <p:pic>
        <p:nvPicPr>
          <p:cNvPr id="2097154" name="Picture 8"/>
          <p:cNvPicPr>
            <a:picLocks noChangeAspect="1"/>
          </p:cNvPicPr>
          <p:nvPr/>
        </p:nvPicPr>
        <p:blipFill>
          <a:blip r:embed="rId3"/>
          <a:stretch>
            <a:fillRect/>
          </a:stretch>
        </p:blipFill>
        <p:spPr>
          <a:xfrm>
            <a:off x="1956372" y="272311"/>
            <a:ext cx="1633134" cy="149426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63" name=""/>
        <p:cNvGrpSpPr/>
        <p:nvPr/>
      </p:nvGrpSpPr>
      <p:grpSpPr>
        <a:xfrm>
          <a:off x="0" y="0"/>
          <a:ext cx="0" cy="0"/>
          <a:chOff x="0" y="0"/>
          <a:chExt cx="0" cy="0"/>
        </a:xfrm>
      </p:grpSpPr>
      <p:sp>
        <p:nvSpPr>
          <p:cNvPr id="1048612" name="Rectangle 1"/>
          <p:cNvSpPr/>
          <p:nvPr/>
        </p:nvSpPr>
        <p:spPr>
          <a:xfrm>
            <a:off x="250783" y="273185"/>
            <a:ext cx="2219353" cy="629920"/>
          </a:xfrm>
          <a:prstGeom prst="rect">
            <a:avLst/>
          </a:prstGeom>
          <a:solidFill>
            <a:srgbClr val="FFC000"/>
          </a:solidFill>
        </p:spPr>
        <p:txBody>
          <a:bodyPr wrap="square">
            <a:spAutoFit/>
          </a:bodyPr>
          <a:p>
            <a:r>
              <a:rPr lang="en-US" altLang="en-PH" sz="3500" spc="300" dirty="0"/>
              <a:t>Titles:</a:t>
            </a:r>
            <a:endParaRPr lang="en-US" altLang="en-PH" sz="3500" spc="300" dirty="0"/>
          </a:p>
        </p:txBody>
      </p:sp>
      <p:sp>
        <p:nvSpPr>
          <p:cNvPr id="1048613" name="Content Placeholder 2"/>
          <p:cNvSpPr>
            <a:spLocks noGrp="1"/>
          </p:cNvSpPr>
          <p:nvPr>
            <p:ph idx="1"/>
          </p:nvPr>
        </p:nvSpPr>
        <p:spPr>
          <a:xfrm>
            <a:off x="585281" y="1076595"/>
            <a:ext cx="10515600" cy="5071285"/>
          </a:xfrm>
        </p:spPr>
        <p:txBody>
          <a:bodyPr>
            <a:noAutofit/>
          </a:bodyPr>
          <a:p>
            <a:pPr marL="0" indent="0" algn="ctr">
              <a:buNone/>
            </a:pPr>
            <a:r>
              <a:rPr lang="en-US" altLang="en-US" sz="4400" dirty="0">
                <a:solidFill>
                  <a:srgbClr val="032E59"/>
                </a:solidFill>
              </a:rPr>
              <a:t>Inventory System of Purok Narra (SLP) Convenience Store</a:t>
            </a:r>
            <a:endParaRPr lang="en-US" altLang="en-US" sz="4400" dirty="0">
              <a:solidFill>
                <a:srgbClr val="032E59"/>
              </a:solidFill>
            </a:endParaRPr>
          </a:p>
          <a:p>
            <a:pPr marL="0" indent="0" algn="ctr">
              <a:buNone/>
            </a:pPr>
            <a:endParaRPr lang="en-US" altLang="en-US" sz="3500" dirty="0">
              <a:solidFill>
                <a:srgbClr val="032E59"/>
              </a:solidFill>
            </a:endParaRPr>
          </a:p>
          <a:p>
            <a:pPr marL="0" indent="0" algn="ctr">
              <a:buNone/>
            </a:pPr>
            <a:r>
              <a:rPr lang="en-US" altLang="en-US" sz="4400" dirty="0">
                <a:solidFill>
                  <a:srgbClr val="032E59"/>
                </a:solidFill>
              </a:rPr>
              <a:t>OJT Monitoring System</a:t>
            </a:r>
            <a:endParaRPr lang="en-US" altLang="en-US" sz="4400" dirty="0">
              <a:solidFill>
                <a:srgbClr val="032E59"/>
              </a:solidFill>
            </a:endParaRPr>
          </a:p>
          <a:p>
            <a:pPr marL="0" indent="0" algn="ctr">
              <a:buNone/>
            </a:pPr>
            <a:endParaRPr lang="en-US" altLang="en-US" sz="3500" dirty="0">
              <a:solidFill>
                <a:srgbClr val="032E59"/>
              </a:solidFill>
            </a:endParaRPr>
          </a:p>
          <a:p>
            <a:pPr marL="0" indent="0" algn="ctr">
              <a:buNone/>
            </a:pPr>
            <a:r>
              <a:rPr lang="en-US" altLang="en-US" sz="4400" dirty="0">
                <a:solidFill>
                  <a:srgbClr val="032E59"/>
                </a:solidFill>
              </a:rPr>
              <a:t>Online Faculty Consultation System</a:t>
            </a:r>
            <a:endParaRPr lang="en-US" altLang="en-US" sz="4400" dirty="0">
              <a:solidFill>
                <a:srgbClr val="032E59"/>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64" name=""/>
        <p:cNvGrpSpPr/>
        <p:nvPr/>
      </p:nvGrpSpPr>
      <p:grpSpPr>
        <a:xfrm>
          <a:off x="0" y="0"/>
          <a:ext cx="0" cy="0"/>
          <a:chOff x="0" y="0"/>
          <a:chExt cx="0" cy="0"/>
        </a:xfrm>
      </p:grpSpPr>
      <p:sp>
        <p:nvSpPr>
          <p:cNvPr id="1048614" name="Rectangle 1"/>
          <p:cNvSpPr/>
          <p:nvPr/>
        </p:nvSpPr>
        <p:spPr>
          <a:xfrm>
            <a:off x="250783" y="273185"/>
            <a:ext cx="2219353" cy="629920"/>
          </a:xfrm>
          <a:prstGeom prst="rect">
            <a:avLst/>
          </a:prstGeom>
          <a:solidFill>
            <a:srgbClr val="FFC000"/>
          </a:solidFill>
        </p:spPr>
        <p:txBody>
          <a:bodyPr wrap="square">
            <a:spAutoFit/>
          </a:bodyPr>
          <a:p>
            <a:r>
              <a:rPr lang="en-US" altLang="en-PH" sz="3500" spc="300" dirty="0"/>
              <a:t>Title:1</a:t>
            </a:r>
            <a:endParaRPr lang="en-US" altLang="en-PH" sz="3500" spc="300" dirty="0"/>
          </a:p>
        </p:txBody>
      </p:sp>
      <p:sp>
        <p:nvSpPr>
          <p:cNvPr id="1048615" name="Content Placeholder 2"/>
          <p:cNvSpPr>
            <a:spLocks noGrp="1"/>
          </p:cNvSpPr>
          <p:nvPr>
            <p:ph idx="1"/>
          </p:nvPr>
        </p:nvSpPr>
        <p:spPr>
          <a:xfrm>
            <a:off x="585281" y="1076595"/>
            <a:ext cx="10515600" cy="5071285"/>
          </a:xfrm>
        </p:spPr>
        <p:txBody>
          <a:bodyPr>
            <a:noAutofit/>
          </a:bodyPr>
          <a:p>
            <a:pPr marL="0" indent="0" algn="ctr">
              <a:buNone/>
            </a:pPr>
            <a:endParaRPr lang="en-US" altLang="en-US" sz="3500" dirty="0">
              <a:solidFill>
                <a:srgbClr val="032E59"/>
              </a:solidFill>
            </a:endParaRPr>
          </a:p>
          <a:p>
            <a:pPr marL="0" indent="0" algn="ctr">
              <a:buNone/>
            </a:pPr>
            <a:endParaRPr lang="en-US" altLang="en-US" sz="3500" dirty="0">
              <a:solidFill>
                <a:srgbClr val="032E59"/>
              </a:solidFill>
            </a:endParaRPr>
          </a:p>
          <a:p>
            <a:pPr marL="0" indent="0" algn="ctr">
              <a:buNone/>
            </a:pPr>
            <a:endParaRPr lang="en-US" altLang="en-US" sz="3500" dirty="0">
              <a:solidFill>
                <a:srgbClr val="032E59"/>
              </a:solidFill>
            </a:endParaRPr>
          </a:p>
          <a:p>
            <a:pPr marL="0" indent="0" algn="ctr">
              <a:buNone/>
            </a:pPr>
            <a:r>
              <a:rPr lang="en-US" altLang="en-US" sz="4400" b="1" dirty="0">
                <a:solidFill>
                  <a:srgbClr val="032E59"/>
                </a:solidFill>
              </a:rPr>
              <a:t>Inventory System of Purok Narra (SLP) Convenience Store</a:t>
            </a:r>
            <a:endParaRPr lang="en-US" altLang="en-US" sz="4400" b="1" dirty="0">
              <a:solidFill>
                <a:srgbClr val="032E59"/>
              </a:solidFill>
            </a:endParaRPr>
          </a:p>
          <a:p>
            <a:pPr marL="0" indent="0" algn="ctr">
              <a:buNone/>
            </a:pPr>
            <a:endParaRPr lang="en-US" altLang="en-US" sz="3500" dirty="0">
              <a:solidFill>
                <a:srgbClr val="032E59"/>
              </a:solidFill>
            </a:endParaRPr>
          </a:p>
          <a:p>
            <a:pPr marL="0" indent="0" algn="ctr">
              <a:buNone/>
            </a:pPr>
            <a:endParaRPr lang="en-US" altLang="en-US" sz="3500" dirty="0">
              <a:solidFill>
                <a:srgbClr val="032E59"/>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65" name=""/>
        <p:cNvGrpSpPr/>
        <p:nvPr/>
      </p:nvGrpSpPr>
      <p:grpSpPr>
        <a:xfrm>
          <a:off x="0" y="0"/>
          <a:ext cx="0" cy="0"/>
          <a:chOff x="0" y="0"/>
          <a:chExt cx="0" cy="0"/>
        </a:xfrm>
      </p:grpSpPr>
      <p:sp>
        <p:nvSpPr>
          <p:cNvPr id="1048616" name="Rectangle 1"/>
          <p:cNvSpPr/>
          <p:nvPr/>
        </p:nvSpPr>
        <p:spPr>
          <a:xfrm>
            <a:off x="250783" y="273185"/>
            <a:ext cx="2219353" cy="400110"/>
          </a:xfrm>
          <a:prstGeom prst="rect">
            <a:avLst/>
          </a:prstGeom>
          <a:solidFill>
            <a:srgbClr val="FFC000"/>
          </a:solidFill>
        </p:spPr>
        <p:txBody>
          <a:bodyPr wrap="square">
            <a:spAutoFit/>
          </a:bodyPr>
          <a:p>
            <a:r>
              <a:rPr lang="en-US" sz="2000" b="1" spc="300" dirty="0">
                <a:solidFill>
                  <a:srgbClr val="000000"/>
                </a:solidFill>
                <a:latin typeface="Myanmar Text" panose="020B0502040204020203" pitchFamily="34" charset="0"/>
                <a:ea typeface="Myanmar Text" panose="020B0502040204020203" pitchFamily="34" charset="0"/>
              </a:rPr>
              <a:t>Background</a:t>
            </a:r>
            <a:endParaRPr lang="en-PH" sz="2000" spc="300" dirty="0"/>
          </a:p>
        </p:txBody>
      </p:sp>
      <p:sp>
        <p:nvSpPr>
          <p:cNvPr id="1048617" name="Content Placeholder 2"/>
          <p:cNvSpPr>
            <a:spLocks noGrp="1"/>
          </p:cNvSpPr>
          <p:nvPr>
            <p:ph idx="1"/>
          </p:nvPr>
        </p:nvSpPr>
        <p:spPr>
          <a:xfrm>
            <a:off x="585281" y="1076595"/>
            <a:ext cx="10515600" cy="5071285"/>
          </a:xfrm>
        </p:spPr>
        <p:txBody>
          <a:bodyPr>
            <a:noAutofit/>
          </a:bodyPr>
          <a:p>
            <a:pPr marL="0" indent="0">
              <a:buNone/>
            </a:pPr>
            <a:r>
              <a:rPr lang="en-US" altLang="en-US" sz="3000" dirty="0">
                <a:solidFill>
                  <a:srgbClr val="032E59"/>
                </a:solidFill>
              </a:rPr>
              <a:t>Current Situation</a:t>
            </a:r>
            <a:endParaRPr lang="en-US" altLang="en-US" sz="3000" dirty="0">
              <a:solidFill>
                <a:srgbClr val="032E59"/>
              </a:solidFill>
            </a:endParaRPr>
          </a:p>
          <a:p>
            <a:pPr marL="0" indent="0">
              <a:buNone/>
            </a:pPr>
            <a:endParaRPr lang="en-US" altLang="en-US" sz="3000" dirty="0">
              <a:solidFill>
                <a:srgbClr val="032E59"/>
              </a:solidFill>
            </a:endParaRPr>
          </a:p>
          <a:p>
            <a:pPr marL="0" indent="0">
              <a:buNone/>
            </a:pPr>
            <a:r>
              <a:rPr lang="en-US" altLang="en-US" sz="3000" dirty="0">
                <a:solidFill>
                  <a:srgbClr val="032E59"/>
                </a:solidFill>
              </a:rPr>
              <a:t>• Inventory recorded in notebooks</a:t>
            </a:r>
            <a:endParaRPr lang="en-US" altLang="en-US" sz="3000" dirty="0">
              <a:solidFill>
                <a:srgbClr val="032E59"/>
              </a:solidFill>
            </a:endParaRPr>
          </a:p>
          <a:p>
            <a:pPr marL="0" indent="0">
              <a:buNone/>
            </a:pPr>
            <a:r>
              <a:rPr lang="en-US" altLang="en-US" sz="3000" dirty="0">
                <a:solidFill>
                  <a:srgbClr val="032E59"/>
                </a:solidFill>
              </a:rPr>
              <a:t>• Products counted one by one</a:t>
            </a:r>
            <a:endParaRPr lang="en-US" altLang="en-US" sz="3000" dirty="0">
              <a:solidFill>
                <a:srgbClr val="032E59"/>
              </a:solidFill>
            </a:endParaRPr>
          </a:p>
          <a:p>
            <a:pPr marL="0" indent="0">
              <a:buNone/>
            </a:pPr>
            <a:r>
              <a:rPr lang="en-US" altLang="en-US" sz="3000" dirty="0">
                <a:solidFill>
                  <a:srgbClr val="032E59"/>
                </a:solidFill>
              </a:rPr>
              <a:t>• Sales computed using calculator</a:t>
            </a:r>
            <a:endParaRPr lang="en-US" altLang="en-US" sz="3000" dirty="0">
              <a:solidFill>
                <a:srgbClr val="032E59"/>
              </a:solidFill>
            </a:endParaRPr>
          </a:p>
          <a:p>
            <a:pPr marL="0" indent="0">
              <a:buNone/>
            </a:pPr>
            <a:r>
              <a:rPr lang="en-US" altLang="en-US" sz="3000" dirty="0">
                <a:solidFill>
                  <a:srgbClr val="032E59"/>
                </a:solidFill>
              </a:rPr>
              <a:t>• Reports prepared manually</a:t>
            </a:r>
            <a:endParaRPr lang="en-US" altLang="en-US" sz="3000" dirty="0">
              <a:solidFill>
                <a:srgbClr val="032E59"/>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66" name=""/>
        <p:cNvGrpSpPr/>
        <p:nvPr/>
      </p:nvGrpSpPr>
      <p:grpSpPr>
        <a:xfrm>
          <a:off x="0" y="0"/>
          <a:ext cx="0" cy="0"/>
          <a:chOff x="0" y="0"/>
          <a:chExt cx="0" cy="0"/>
        </a:xfrm>
      </p:grpSpPr>
      <p:sp>
        <p:nvSpPr>
          <p:cNvPr id="1048618" name="Rectangle 1"/>
          <p:cNvSpPr/>
          <p:nvPr/>
        </p:nvSpPr>
        <p:spPr>
          <a:xfrm>
            <a:off x="250783" y="273185"/>
            <a:ext cx="2219353" cy="400110"/>
          </a:xfrm>
          <a:prstGeom prst="rect">
            <a:avLst/>
          </a:prstGeom>
          <a:solidFill>
            <a:srgbClr val="FFC000"/>
          </a:solidFill>
        </p:spPr>
        <p:txBody>
          <a:bodyPr wrap="square">
            <a:spAutoFit/>
          </a:bodyPr>
          <a:p>
            <a:r>
              <a:rPr lang="en-US" sz="2000" b="1" spc="300" dirty="0">
                <a:solidFill>
                  <a:srgbClr val="000000"/>
                </a:solidFill>
                <a:latin typeface="Myanmar Text" panose="020B0502040204020203" pitchFamily="34" charset="0"/>
                <a:ea typeface="Myanmar Text" panose="020B0502040204020203" pitchFamily="34" charset="0"/>
              </a:rPr>
              <a:t>Background</a:t>
            </a:r>
            <a:endParaRPr lang="en-PH" sz="2000" spc="300" dirty="0"/>
          </a:p>
        </p:txBody>
      </p:sp>
      <p:sp>
        <p:nvSpPr>
          <p:cNvPr id="1048619" name="Content Placeholder 2"/>
          <p:cNvSpPr>
            <a:spLocks noGrp="1"/>
          </p:cNvSpPr>
          <p:nvPr>
            <p:ph idx="1"/>
          </p:nvPr>
        </p:nvSpPr>
        <p:spPr>
          <a:xfrm>
            <a:off x="585281" y="1076595"/>
            <a:ext cx="10515600" cy="5071285"/>
          </a:xfrm>
        </p:spPr>
        <p:txBody>
          <a:bodyPr>
            <a:noAutofit/>
          </a:bodyPr>
          <a:p>
            <a:pPr marL="0" indent="0">
              <a:buNone/>
            </a:pPr>
            <a:r>
              <a:rPr lang="en-US" altLang="en-US" sz="3000" dirty="0">
                <a:solidFill>
                  <a:srgbClr val="032E59"/>
                </a:solidFill>
              </a:rPr>
              <a:t>Resulting Problems</a:t>
            </a:r>
            <a:endParaRPr lang="en-US" altLang="en-US" sz="3000" dirty="0">
              <a:solidFill>
                <a:srgbClr val="032E59"/>
              </a:solidFill>
            </a:endParaRPr>
          </a:p>
          <a:p>
            <a:pPr marL="0" indent="0">
              <a:buNone/>
            </a:pPr>
            <a:endParaRPr lang="en-US" altLang="en-US" sz="3000" dirty="0">
              <a:solidFill>
                <a:srgbClr val="032E59"/>
              </a:solidFill>
            </a:endParaRPr>
          </a:p>
          <a:p>
            <a:pPr marL="0" indent="0">
              <a:buNone/>
            </a:pPr>
            <a:r>
              <a:rPr lang="en-US" altLang="en-US" sz="3000" dirty="0">
                <a:solidFill>
                  <a:srgbClr val="032E59"/>
                </a:solidFill>
              </a:rPr>
              <a:t>• Time-consuming inventory process</a:t>
            </a:r>
            <a:endParaRPr lang="en-US" altLang="en-US" sz="3000" dirty="0">
              <a:solidFill>
                <a:srgbClr val="032E59"/>
              </a:solidFill>
            </a:endParaRPr>
          </a:p>
          <a:p>
            <a:pPr marL="0" indent="0">
              <a:buNone/>
            </a:pPr>
            <a:r>
              <a:rPr lang="en-US" altLang="en-US" sz="3000" dirty="0">
                <a:solidFill>
                  <a:srgbClr val="032E59"/>
                </a:solidFill>
              </a:rPr>
              <a:t>• Prone to human errors</a:t>
            </a:r>
            <a:endParaRPr lang="en-US" altLang="en-US" sz="3000" dirty="0">
              <a:solidFill>
                <a:srgbClr val="032E59"/>
              </a:solidFill>
            </a:endParaRPr>
          </a:p>
          <a:p>
            <a:pPr marL="0" indent="0">
              <a:buNone/>
            </a:pPr>
            <a:r>
              <a:rPr lang="en-US" altLang="en-US" sz="3000" dirty="0">
                <a:solidFill>
                  <a:srgbClr val="032E59"/>
                </a:solidFill>
              </a:rPr>
              <a:t>• Difficulty monitoring stock levels</a:t>
            </a:r>
            <a:endParaRPr lang="en-US" altLang="en-US" sz="3000" dirty="0">
              <a:solidFill>
                <a:srgbClr val="032E59"/>
              </a:solidFill>
            </a:endParaRPr>
          </a:p>
          <a:p>
            <a:pPr marL="0" indent="0">
              <a:buNone/>
            </a:pPr>
            <a:r>
              <a:rPr lang="en-US" altLang="en-US" sz="3000" dirty="0">
                <a:solidFill>
                  <a:srgbClr val="032E59"/>
                </a:solidFill>
              </a:rPr>
              <a:t>• Slow preparation of sales reports</a:t>
            </a:r>
            <a:endParaRPr lang="en-US" altLang="en-US" sz="3000" dirty="0">
              <a:solidFill>
                <a:srgbClr val="032E59"/>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67" name=""/>
        <p:cNvGrpSpPr/>
        <p:nvPr/>
      </p:nvGrpSpPr>
      <p:grpSpPr>
        <a:xfrm>
          <a:off x="0" y="0"/>
          <a:ext cx="0" cy="0"/>
          <a:chOff x="0" y="0"/>
          <a:chExt cx="0" cy="0"/>
        </a:xfrm>
      </p:grpSpPr>
      <p:sp>
        <p:nvSpPr>
          <p:cNvPr id="1048620" name="Rectangle 1"/>
          <p:cNvSpPr/>
          <p:nvPr/>
        </p:nvSpPr>
        <p:spPr>
          <a:xfrm>
            <a:off x="250783" y="273185"/>
            <a:ext cx="2219353" cy="400110"/>
          </a:xfrm>
          <a:prstGeom prst="rect">
            <a:avLst/>
          </a:prstGeom>
          <a:solidFill>
            <a:srgbClr val="FFC000"/>
          </a:solidFill>
        </p:spPr>
        <p:txBody>
          <a:bodyPr wrap="square">
            <a:spAutoFit/>
          </a:bodyPr>
          <a:p>
            <a:r>
              <a:rPr lang="en-US" sz="2000" b="1" spc="300" dirty="0">
                <a:solidFill>
                  <a:srgbClr val="000000"/>
                </a:solidFill>
                <a:latin typeface="Myanmar Text" panose="020B0502040204020203" pitchFamily="34" charset="0"/>
                <a:ea typeface="Myanmar Text" panose="020B0502040204020203" pitchFamily="34" charset="0"/>
              </a:rPr>
              <a:t>Background</a:t>
            </a:r>
            <a:endParaRPr lang="en-PH" sz="2000" spc="300" dirty="0"/>
          </a:p>
        </p:txBody>
      </p:sp>
      <p:pic>
        <p:nvPicPr>
          <p:cNvPr id="2097155" name="Content Placeholder 3" descr="fa1cabbd-7f91-4dd4-a96f-7cb30e6b150c"/>
          <p:cNvPicPr>
            <a:picLocks noChangeAspect="1"/>
          </p:cNvPicPr>
          <p:nvPr>
            <p:ph idx="1"/>
          </p:nvPr>
        </p:nvPicPr>
        <p:blipFill>
          <a:blip r:embed="rId2"/>
          <a:stretch>
            <a:fillRect/>
          </a:stretch>
        </p:blipFill>
        <p:spPr>
          <a:xfrm>
            <a:off x="2470150" y="998855"/>
            <a:ext cx="6602730" cy="514921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68" name=""/>
        <p:cNvGrpSpPr/>
        <p:nvPr/>
      </p:nvGrpSpPr>
      <p:grpSpPr>
        <a:xfrm>
          <a:off x="0" y="0"/>
          <a:ext cx="0" cy="0"/>
          <a:chOff x="0" y="0"/>
          <a:chExt cx="0" cy="0"/>
        </a:xfrm>
      </p:grpSpPr>
      <p:sp>
        <p:nvSpPr>
          <p:cNvPr id="1048621" name="Rectangle 1"/>
          <p:cNvSpPr/>
          <p:nvPr/>
        </p:nvSpPr>
        <p:spPr>
          <a:xfrm>
            <a:off x="250783" y="273185"/>
            <a:ext cx="2219353" cy="400110"/>
          </a:xfrm>
          <a:prstGeom prst="rect">
            <a:avLst/>
          </a:prstGeom>
          <a:solidFill>
            <a:srgbClr val="FFC000"/>
          </a:solidFill>
        </p:spPr>
        <p:txBody>
          <a:bodyPr wrap="square">
            <a:spAutoFit/>
          </a:bodyPr>
          <a:p>
            <a:r>
              <a:rPr lang="en-US" sz="2000" b="1" spc="300" dirty="0">
                <a:solidFill>
                  <a:srgbClr val="000000"/>
                </a:solidFill>
                <a:latin typeface="Myanmar Text" panose="020B0502040204020203" pitchFamily="34" charset="0"/>
                <a:ea typeface="Myanmar Text" panose="020B0502040204020203" pitchFamily="34" charset="0"/>
              </a:rPr>
              <a:t>Background</a:t>
            </a:r>
            <a:endParaRPr lang="en-PH" sz="2000" spc="300" dirty="0"/>
          </a:p>
        </p:txBody>
      </p:sp>
      <p:sp>
        <p:nvSpPr>
          <p:cNvPr id="1048622" name="Content Placeholder 2"/>
          <p:cNvSpPr>
            <a:spLocks noGrp="1"/>
          </p:cNvSpPr>
          <p:nvPr>
            <p:ph idx="1"/>
          </p:nvPr>
        </p:nvSpPr>
        <p:spPr>
          <a:xfrm>
            <a:off x="585281" y="1076595"/>
            <a:ext cx="10515600" cy="5071285"/>
          </a:xfrm>
        </p:spPr>
        <p:txBody>
          <a:bodyPr>
            <a:noAutofit/>
          </a:bodyPr>
          <a:p>
            <a:pPr marL="0" indent="0">
              <a:buNone/>
            </a:pPr>
            <a:r>
              <a:rPr lang="en-US" altLang="en-US" sz="3000" dirty="0">
                <a:solidFill>
                  <a:srgbClr val="032E59"/>
                </a:solidFill>
              </a:rPr>
              <a:t>Benefits of the System</a:t>
            </a:r>
            <a:endParaRPr lang="en-US" altLang="en-US" sz="3000" dirty="0">
              <a:solidFill>
                <a:srgbClr val="032E59"/>
              </a:solidFill>
            </a:endParaRPr>
          </a:p>
          <a:p>
            <a:pPr marL="0" indent="0">
              <a:buNone/>
            </a:pPr>
            <a:endParaRPr lang="en-US" altLang="en-US" sz="3000" dirty="0">
              <a:solidFill>
                <a:srgbClr val="032E59"/>
              </a:solidFill>
            </a:endParaRPr>
          </a:p>
          <a:p>
            <a:pPr marL="0" indent="0">
              <a:buNone/>
            </a:pPr>
            <a:r>
              <a:rPr lang="en-US" altLang="en-US" sz="3000" dirty="0">
                <a:solidFill>
                  <a:srgbClr val="032E59"/>
                </a:solidFill>
              </a:rPr>
              <a:t>• Faster inventory monitoring</a:t>
            </a:r>
            <a:endParaRPr lang="en-US" altLang="en-US" sz="3000" dirty="0">
              <a:solidFill>
                <a:srgbClr val="032E59"/>
              </a:solidFill>
            </a:endParaRPr>
          </a:p>
          <a:p>
            <a:pPr marL="0" indent="0">
              <a:buNone/>
            </a:pPr>
            <a:r>
              <a:rPr lang="en-US" altLang="en-US" sz="3000" dirty="0">
                <a:solidFill>
                  <a:srgbClr val="032E59"/>
                </a:solidFill>
              </a:rPr>
              <a:t>• Accurate stock records</a:t>
            </a:r>
            <a:endParaRPr lang="en-US" altLang="en-US" sz="3000" dirty="0">
              <a:solidFill>
                <a:srgbClr val="032E59"/>
              </a:solidFill>
            </a:endParaRPr>
          </a:p>
          <a:p>
            <a:pPr marL="0" indent="0">
              <a:buNone/>
            </a:pPr>
            <a:r>
              <a:rPr lang="en-US" altLang="en-US" sz="3000" dirty="0">
                <a:solidFill>
                  <a:srgbClr val="032E59"/>
                </a:solidFill>
              </a:rPr>
              <a:t>• Automatic report generation</a:t>
            </a:r>
            <a:endParaRPr lang="en-US" altLang="en-US" sz="3000" dirty="0">
              <a:solidFill>
                <a:srgbClr val="032E59"/>
              </a:solidFill>
            </a:endParaRPr>
          </a:p>
          <a:p>
            <a:pPr marL="0" indent="0">
              <a:buNone/>
            </a:pPr>
            <a:r>
              <a:rPr lang="en-US" altLang="en-US" sz="3000" dirty="0">
                <a:solidFill>
                  <a:srgbClr val="032E59"/>
                </a:solidFill>
              </a:rPr>
              <a:t>• Improved store management</a:t>
            </a:r>
            <a:endParaRPr lang="en-US" altLang="en-US" sz="3000" dirty="0">
              <a:solidFill>
                <a:srgbClr val="032E59"/>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69" name=""/>
        <p:cNvGrpSpPr/>
        <p:nvPr/>
      </p:nvGrpSpPr>
      <p:grpSpPr>
        <a:xfrm>
          <a:off x="0" y="0"/>
          <a:ext cx="0" cy="0"/>
          <a:chOff x="0" y="0"/>
          <a:chExt cx="0" cy="0"/>
        </a:xfrm>
      </p:grpSpPr>
      <p:sp>
        <p:nvSpPr>
          <p:cNvPr id="1048623" name="Content Placeholder 2"/>
          <p:cNvSpPr>
            <a:spLocks noGrp="1"/>
          </p:cNvSpPr>
          <p:nvPr>
            <p:ph idx="1"/>
          </p:nvPr>
        </p:nvSpPr>
        <p:spPr>
          <a:xfrm>
            <a:off x="585470" y="1278255"/>
            <a:ext cx="11243310" cy="5274945"/>
          </a:xfrm>
        </p:spPr>
        <p:txBody>
          <a:bodyPr>
            <a:noAutofit/>
          </a:bodyPr>
          <a:p>
            <a:pPr marL="0" indent="0" algn="l">
              <a:buNone/>
            </a:pPr>
            <a:r>
              <a:rPr lang="en-US" altLang="en-US" sz="3500" dirty="0">
                <a:solidFill>
                  <a:srgbClr val="032E59"/>
                </a:solidFill>
              </a:rPr>
              <a:t>Purok Narra (SLP) Convenience Store uses a manual system where inventory is recorded in notebooks and sales are calculated using calculators. This process is time-consuming, prone to errors, and makes stock monitoring difficult.</a:t>
            </a:r>
            <a:endParaRPr lang="en-US" altLang="en-US" sz="3500" dirty="0">
              <a:solidFill>
                <a:srgbClr val="032E59"/>
              </a:solidFill>
            </a:endParaRPr>
          </a:p>
        </p:txBody>
      </p:sp>
      <p:sp>
        <p:nvSpPr>
          <p:cNvPr id="1048624" name="Rectangle 3"/>
          <p:cNvSpPr/>
          <p:nvPr/>
        </p:nvSpPr>
        <p:spPr>
          <a:xfrm>
            <a:off x="318770" y="389890"/>
            <a:ext cx="4253865" cy="701040"/>
          </a:xfrm>
          <a:prstGeom prst="rect">
            <a:avLst/>
          </a:prstGeom>
          <a:solidFill>
            <a:srgbClr val="FFC000"/>
          </a:solidFill>
        </p:spPr>
        <p:txBody>
          <a:bodyPr wrap="square">
            <a:spAutoFit/>
          </a:bodyPr>
          <a:p>
            <a:r>
              <a:rPr lang="en-US" altLang="en-PH" sz="2000" spc="300" dirty="0"/>
              <a:t>Statement of the Problem</a:t>
            </a:r>
            <a:endParaRPr lang="en-US" altLang="en-PH" sz="2000" spc="3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70" name=""/>
        <p:cNvGrpSpPr/>
        <p:nvPr/>
      </p:nvGrpSpPr>
      <p:grpSpPr>
        <a:xfrm>
          <a:off x="0" y="0"/>
          <a:ext cx="0" cy="0"/>
          <a:chOff x="0" y="0"/>
          <a:chExt cx="0" cy="0"/>
        </a:xfrm>
      </p:grpSpPr>
      <p:sp>
        <p:nvSpPr>
          <p:cNvPr id="1048625" name="Content Placeholder 2"/>
          <p:cNvSpPr>
            <a:spLocks noGrp="1"/>
          </p:cNvSpPr>
          <p:nvPr>
            <p:ph idx="1"/>
          </p:nvPr>
        </p:nvSpPr>
        <p:spPr>
          <a:xfrm>
            <a:off x="585470" y="1288415"/>
            <a:ext cx="11243310" cy="5274945"/>
          </a:xfrm>
        </p:spPr>
        <p:txBody>
          <a:bodyPr>
            <a:noAutofit/>
          </a:bodyPr>
          <a:p>
            <a:pPr marL="514350" indent="-514350" algn="l">
              <a:buAutoNum type="arabicPeriod"/>
            </a:pPr>
            <a:r>
              <a:rPr lang="en-US" altLang="en-US" sz="3500" dirty="0">
                <a:solidFill>
                  <a:srgbClr val="032E59"/>
                </a:solidFill>
              </a:rPr>
              <a:t>What are the challenges encountered in the current manual inventory system used by Purok Narra (SLP) Convenience Store?</a:t>
            </a:r>
            <a:endParaRPr lang="en-US" altLang="en-US" sz="3500" dirty="0">
              <a:solidFill>
                <a:srgbClr val="032E59"/>
              </a:solidFill>
            </a:endParaRPr>
          </a:p>
          <a:p>
            <a:pPr marL="514350" indent="-514350" algn="l">
              <a:buAutoNum type="arabicPeriod"/>
            </a:pPr>
            <a:r>
              <a:rPr lang="en-US" altLang="en-US" sz="3500" dirty="0">
                <a:solidFill>
                  <a:srgbClr val="032E59"/>
                </a:solidFill>
              </a:rPr>
              <a:t>How can an ERP-Based Inventory System be designed to improve the inventory management of the store?</a:t>
            </a:r>
            <a:endParaRPr lang="en-US" altLang="en-US" sz="3500" dirty="0">
              <a:solidFill>
                <a:srgbClr val="032E59"/>
              </a:solidFill>
            </a:endParaRPr>
          </a:p>
          <a:p>
            <a:pPr marL="514350" indent="-514350" algn="l">
              <a:buAutoNum type="arabicPeriod"/>
            </a:pPr>
            <a:r>
              <a:rPr lang="en-US" altLang="en-US" sz="3500" dirty="0">
                <a:solidFill>
                  <a:srgbClr val="032E59"/>
                </a:solidFill>
              </a:rPr>
              <a:t>How can the system generate accurate and timely inventory and sales reports for the store?</a:t>
            </a:r>
            <a:endParaRPr lang="en-US" altLang="en-US" sz="3500" dirty="0">
              <a:solidFill>
                <a:srgbClr val="032E59"/>
              </a:solidFill>
            </a:endParaRPr>
          </a:p>
          <a:p>
            <a:pPr marL="0" indent="0" algn="l">
              <a:buNone/>
            </a:pPr>
            <a:endParaRPr lang="en-US" altLang="en-US" sz="3500" dirty="0">
              <a:solidFill>
                <a:srgbClr val="032E59"/>
              </a:solidFill>
            </a:endParaRPr>
          </a:p>
        </p:txBody>
      </p:sp>
      <p:sp>
        <p:nvSpPr>
          <p:cNvPr id="1048626" name="Rectangle 3"/>
          <p:cNvSpPr/>
          <p:nvPr/>
        </p:nvSpPr>
        <p:spPr>
          <a:xfrm>
            <a:off x="318770" y="389890"/>
            <a:ext cx="4253865" cy="701040"/>
          </a:xfrm>
          <a:prstGeom prst="rect">
            <a:avLst/>
          </a:prstGeom>
          <a:solidFill>
            <a:srgbClr val="FFC000"/>
          </a:solidFill>
        </p:spPr>
        <p:txBody>
          <a:bodyPr wrap="square">
            <a:spAutoFit/>
          </a:bodyPr>
          <a:p>
            <a:r>
              <a:rPr lang="en-US" altLang="en-PH" sz="2000" b="1" spc="300" dirty="0"/>
              <a:t>Statement of the Problem</a:t>
            </a:r>
            <a:endParaRPr lang="en-US" altLang="en-PH" sz="2000" b="1" spc="3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71" name=""/>
        <p:cNvGrpSpPr/>
        <p:nvPr/>
      </p:nvGrpSpPr>
      <p:grpSpPr>
        <a:xfrm>
          <a:off x="0" y="0"/>
          <a:ext cx="0" cy="0"/>
          <a:chOff x="0" y="0"/>
          <a:chExt cx="0" cy="0"/>
        </a:xfrm>
      </p:grpSpPr>
      <p:sp>
        <p:nvSpPr>
          <p:cNvPr id="1048627" name="Content Placeholder 2"/>
          <p:cNvSpPr>
            <a:spLocks noGrp="1"/>
          </p:cNvSpPr>
          <p:nvPr>
            <p:ph idx="1"/>
          </p:nvPr>
        </p:nvSpPr>
        <p:spPr>
          <a:xfrm>
            <a:off x="585280" y="1076595"/>
            <a:ext cx="11243553" cy="5391487"/>
          </a:xfrm>
        </p:spPr>
        <p:txBody>
          <a:bodyPr>
            <a:noAutofit/>
          </a:bodyPr>
          <a:p>
            <a:pPr marL="0" indent="0">
              <a:buNone/>
            </a:pPr>
            <a:r>
              <a:rPr lang="en-US" altLang="en-US" sz="3500" dirty="0">
                <a:solidFill>
                  <a:srgbClr val="032E59"/>
                </a:solidFill>
              </a:rPr>
              <a:t>General Objective:</a:t>
            </a:r>
            <a:endParaRPr lang="en-US" altLang="en-US" sz="3500" dirty="0">
              <a:solidFill>
                <a:srgbClr val="032E59"/>
              </a:solidFill>
            </a:endParaRPr>
          </a:p>
          <a:p>
            <a:pPr marL="0" indent="0">
              <a:buNone/>
            </a:pPr>
            <a:endParaRPr lang="en-US" altLang="en-US" sz="3500" dirty="0">
              <a:solidFill>
                <a:srgbClr val="032E59"/>
              </a:solidFill>
            </a:endParaRPr>
          </a:p>
          <a:p>
            <a:pPr marL="0" indent="0">
              <a:buNone/>
            </a:pPr>
            <a:r>
              <a:rPr lang="en-US" altLang="en-US" sz="3500" dirty="0">
                <a:solidFill>
                  <a:srgbClr val="032E59"/>
                </a:solidFill>
              </a:rPr>
              <a:t>Develop an ERP-Based Inventory System for</a:t>
            </a:r>
            <a:endParaRPr lang="en-US" altLang="en-US" sz="3500" dirty="0">
              <a:solidFill>
                <a:srgbClr val="032E59"/>
              </a:solidFill>
            </a:endParaRPr>
          </a:p>
          <a:p>
            <a:pPr marL="0" indent="0">
              <a:buNone/>
            </a:pPr>
            <a:r>
              <a:rPr lang="en-US" altLang="en-US" sz="3500" dirty="0">
                <a:solidFill>
                  <a:srgbClr val="032E59"/>
                </a:solidFill>
              </a:rPr>
              <a:t>Purok Narra (SLP) Convenience Store</a:t>
            </a:r>
            <a:endParaRPr lang="en-US" altLang="en-US" sz="3500" dirty="0">
              <a:solidFill>
                <a:srgbClr val="032E59"/>
              </a:solidFill>
            </a:endParaRPr>
          </a:p>
        </p:txBody>
      </p:sp>
      <p:sp>
        <p:nvSpPr>
          <p:cNvPr id="1048628" name="Rectangle 3"/>
          <p:cNvSpPr/>
          <p:nvPr/>
        </p:nvSpPr>
        <p:spPr>
          <a:xfrm>
            <a:off x="318877" y="389917"/>
            <a:ext cx="2219353" cy="400110"/>
          </a:xfrm>
          <a:prstGeom prst="rect">
            <a:avLst/>
          </a:prstGeom>
          <a:solidFill>
            <a:srgbClr val="FFC000"/>
          </a:solidFill>
        </p:spPr>
        <p:txBody>
          <a:bodyPr wrap="square">
            <a:spAutoFit/>
          </a:bodyPr>
          <a:p>
            <a:r>
              <a:rPr lang="en-US" sz="2000" b="1" spc="300" dirty="0">
                <a:solidFill>
                  <a:srgbClr val="000000"/>
                </a:solidFill>
                <a:latin typeface="Myanmar Text" panose="020B0502040204020203" pitchFamily="34" charset="0"/>
                <a:ea typeface="Myanmar Text" panose="020B0502040204020203" pitchFamily="34" charset="0"/>
              </a:rPr>
              <a:t>Objectives</a:t>
            </a:r>
            <a:endParaRPr lang="en-PH" sz="2000" spc="3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72" name=""/>
        <p:cNvGrpSpPr/>
        <p:nvPr/>
      </p:nvGrpSpPr>
      <p:grpSpPr>
        <a:xfrm>
          <a:off x="0" y="0"/>
          <a:ext cx="0" cy="0"/>
          <a:chOff x="0" y="0"/>
          <a:chExt cx="0" cy="0"/>
        </a:xfrm>
      </p:grpSpPr>
      <p:sp>
        <p:nvSpPr>
          <p:cNvPr id="1048629" name="Content Placeholder 2"/>
          <p:cNvSpPr>
            <a:spLocks noGrp="1"/>
          </p:cNvSpPr>
          <p:nvPr>
            <p:ph idx="1"/>
          </p:nvPr>
        </p:nvSpPr>
        <p:spPr>
          <a:xfrm>
            <a:off x="585280" y="1076595"/>
            <a:ext cx="11243553" cy="5391487"/>
          </a:xfrm>
        </p:spPr>
        <p:txBody>
          <a:bodyPr>
            <a:noAutofit/>
          </a:bodyPr>
          <a:p>
            <a:pPr marL="0" indent="0">
              <a:buNone/>
            </a:pPr>
            <a:r>
              <a:rPr lang="en-US" altLang="en-US" sz="3500" dirty="0">
                <a:solidFill>
                  <a:srgbClr val="032E59"/>
                </a:solidFill>
              </a:rPr>
              <a:t>Key Objective:</a:t>
            </a:r>
            <a:endParaRPr lang="en-US" altLang="en-US" sz="3500" dirty="0">
              <a:solidFill>
                <a:srgbClr val="032E59"/>
              </a:solidFill>
            </a:endParaRPr>
          </a:p>
          <a:p>
            <a:pPr marL="0" indent="0">
              <a:buNone/>
            </a:pPr>
            <a:endParaRPr lang="en-US" altLang="en-US" sz="3500" dirty="0">
              <a:solidFill>
                <a:srgbClr val="032E59"/>
              </a:solidFill>
            </a:endParaRPr>
          </a:p>
          <a:p>
            <a:pPr marL="0" indent="0">
              <a:buNone/>
            </a:pPr>
            <a:r>
              <a:rPr lang="en-US" altLang="en-US" sz="3500" dirty="0">
                <a:solidFill>
                  <a:srgbClr val="032E59"/>
                </a:solidFill>
              </a:rPr>
              <a:t>1.To make a streamline inventory management.</a:t>
            </a:r>
            <a:endParaRPr lang="en-US" altLang="en-US" sz="3500" dirty="0">
              <a:solidFill>
                <a:srgbClr val="032E59"/>
              </a:solidFill>
            </a:endParaRPr>
          </a:p>
          <a:p>
            <a:pPr marL="0" indent="0">
              <a:buNone/>
            </a:pPr>
            <a:r>
              <a:rPr lang="en-US" altLang="en-US" sz="3500" dirty="0">
                <a:solidFill>
                  <a:srgbClr val="032E59"/>
                </a:solidFill>
              </a:rPr>
              <a:t>2. To speed up sales transactions.</a:t>
            </a:r>
            <a:endParaRPr lang="en-US" altLang="en-US" sz="3500" dirty="0">
              <a:solidFill>
                <a:srgbClr val="032E59"/>
              </a:solidFill>
            </a:endParaRPr>
          </a:p>
          <a:p>
            <a:pPr marL="0" indent="0">
              <a:buNone/>
            </a:pPr>
            <a:r>
              <a:rPr lang="en-US" altLang="en-US" sz="3500" dirty="0">
                <a:solidFill>
                  <a:srgbClr val="032E59"/>
                </a:solidFill>
              </a:rPr>
              <a:t>3. To provide faster business reports.</a:t>
            </a:r>
            <a:endParaRPr lang="en-US" altLang="en-US" sz="3500" dirty="0">
              <a:solidFill>
                <a:srgbClr val="032E59"/>
              </a:solidFill>
            </a:endParaRPr>
          </a:p>
        </p:txBody>
      </p:sp>
      <p:sp>
        <p:nvSpPr>
          <p:cNvPr id="1048630" name="Rectangle 3"/>
          <p:cNvSpPr/>
          <p:nvPr/>
        </p:nvSpPr>
        <p:spPr>
          <a:xfrm>
            <a:off x="318877" y="389917"/>
            <a:ext cx="2219353" cy="400110"/>
          </a:xfrm>
          <a:prstGeom prst="rect">
            <a:avLst/>
          </a:prstGeom>
          <a:solidFill>
            <a:srgbClr val="FFC000"/>
          </a:solidFill>
        </p:spPr>
        <p:txBody>
          <a:bodyPr wrap="square">
            <a:spAutoFit/>
          </a:bodyPr>
          <a:p>
            <a:r>
              <a:rPr lang="en-US" sz="2000" b="1" spc="300" dirty="0">
                <a:solidFill>
                  <a:srgbClr val="000000"/>
                </a:solidFill>
                <a:latin typeface="Myanmar Text" panose="020B0502040204020203" pitchFamily="34" charset="0"/>
                <a:ea typeface="Myanmar Text" panose="020B0502040204020203" pitchFamily="34" charset="0"/>
              </a:rPr>
              <a:t>Objectives</a:t>
            </a:r>
            <a:endParaRPr lang="en-PH" sz="2000" spc="3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73" name=""/>
        <p:cNvGrpSpPr/>
        <p:nvPr/>
      </p:nvGrpSpPr>
      <p:grpSpPr>
        <a:xfrm>
          <a:off x="0" y="0"/>
          <a:ext cx="0" cy="0"/>
          <a:chOff x="0" y="0"/>
          <a:chExt cx="0" cy="0"/>
        </a:xfrm>
      </p:grpSpPr>
      <p:sp>
        <p:nvSpPr>
          <p:cNvPr id="1048631" name="Rectangle 1"/>
          <p:cNvSpPr/>
          <p:nvPr/>
        </p:nvSpPr>
        <p:spPr>
          <a:xfrm>
            <a:off x="250825" y="273050"/>
            <a:ext cx="4159257" cy="396240"/>
          </a:xfrm>
          <a:prstGeom prst="rect">
            <a:avLst/>
          </a:prstGeom>
          <a:solidFill>
            <a:srgbClr val="FFC000"/>
          </a:solidFill>
        </p:spPr>
        <p:txBody>
          <a:bodyPr wrap="square">
            <a:spAutoFit/>
          </a:bodyPr>
          <a:p>
            <a:r>
              <a:rPr lang="en-US" altLang="en-US" sz="2000" spc="300" dirty="0"/>
              <a:t>Theoretical Framework</a:t>
            </a:r>
            <a:endParaRPr lang="en-US" altLang="en-US" sz="2000" spc="300" dirty="0"/>
          </a:p>
        </p:txBody>
      </p:sp>
      <p:sp>
        <p:nvSpPr>
          <p:cNvPr id="1048632" name="Content Placeholder 2"/>
          <p:cNvSpPr>
            <a:spLocks noGrp="1"/>
          </p:cNvSpPr>
          <p:nvPr>
            <p:ph idx="1"/>
          </p:nvPr>
        </p:nvSpPr>
        <p:spPr>
          <a:xfrm>
            <a:off x="585281" y="1077230"/>
            <a:ext cx="10515600" cy="5071285"/>
          </a:xfrm>
        </p:spPr>
        <p:txBody>
          <a:bodyPr>
            <a:noAutofit/>
          </a:bodyPr>
          <a:p>
            <a:pPr marL="0" indent="0">
              <a:buNone/>
            </a:pPr>
            <a:r>
              <a:rPr lang="en-US" altLang="en-US" sz="2700" dirty="0">
                <a:solidFill>
                  <a:srgbClr val="032E59"/>
                </a:solidFill>
              </a:rPr>
              <a:t>This study is anchored on the </a:t>
            </a:r>
            <a:r>
              <a:rPr lang="en-US" altLang="en-US" sz="2700" dirty="0">
                <a:solidFill>
                  <a:srgbClr val="032E59"/>
                </a:solidFill>
              </a:rPr>
              <a:t>t</a:t>
            </a:r>
            <a:r>
              <a:rPr lang="en-US" altLang="en-US" sz="2700" dirty="0">
                <a:solidFill>
                  <a:srgbClr val="032E59"/>
                </a:solidFill>
              </a:rPr>
              <a:t>h</a:t>
            </a:r>
            <a:r>
              <a:rPr lang="en-US" altLang="en-US" sz="2700" dirty="0">
                <a:solidFill>
                  <a:srgbClr val="032E59"/>
                </a:solidFill>
              </a:rPr>
              <a:t>e</a:t>
            </a:r>
            <a:r>
              <a:rPr lang="en-US" altLang="en-US" sz="2700" dirty="0">
                <a:solidFill>
                  <a:srgbClr val="032E59"/>
                </a:solidFill>
              </a:rPr>
              <a:t>o</a:t>
            </a:r>
            <a:r>
              <a:rPr lang="en-US" altLang="en-US" sz="2700" dirty="0">
                <a:solidFill>
                  <a:srgbClr val="032E59"/>
                </a:solidFill>
              </a:rPr>
              <a:t>r</a:t>
            </a:r>
            <a:r>
              <a:rPr lang="en-US" altLang="en-US" sz="2700" dirty="0">
                <a:solidFill>
                  <a:srgbClr val="032E59"/>
                </a:solidFill>
              </a:rPr>
              <a:t>y </a:t>
            </a:r>
            <a:r>
              <a:rPr lang="en-US" altLang="en-US" sz="2700" dirty="0">
                <a:solidFill>
                  <a:srgbClr val="032E59"/>
                </a:solidFill>
              </a:rPr>
              <a:t>proposed by Rajeev K. K. (2008), which identifies financial limitations, human factors, technology, and organizational concerns as key variables affecting inventory management effectiveness. The framework highlights the challenges small-scale convenience stores face such as limited resources and staff constraints. By integrating affordable technology and simplifying workflows the proposed system aims to create a practical and sustainable inventory management solution for local businesses.</a:t>
            </a:r>
            <a:endParaRPr lang="en-US" altLang="en-US" sz="2700" dirty="0">
              <a:solidFill>
                <a:srgbClr val="032E59"/>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76" name=""/>
        <p:cNvGrpSpPr/>
        <p:nvPr/>
      </p:nvGrpSpPr>
      <p:grpSpPr>
        <a:xfrm>
          <a:off x="0" y="0"/>
          <a:ext cx="0" cy="0"/>
          <a:chOff x="0" y="0"/>
          <a:chExt cx="0" cy="0"/>
        </a:xfrm>
      </p:grpSpPr>
      <p:sp>
        <p:nvSpPr>
          <p:cNvPr id="1048635" name="Rectangle 1"/>
          <p:cNvSpPr/>
          <p:nvPr/>
        </p:nvSpPr>
        <p:spPr>
          <a:xfrm>
            <a:off x="250825" y="273050"/>
            <a:ext cx="1864685" cy="396240"/>
          </a:xfrm>
          <a:prstGeom prst="rect">
            <a:avLst/>
          </a:prstGeom>
          <a:solidFill>
            <a:srgbClr val="FFC000"/>
          </a:solidFill>
        </p:spPr>
        <p:txBody>
          <a:bodyPr wrap="square">
            <a:spAutoFit/>
          </a:bodyPr>
          <a:p>
            <a:r>
              <a:rPr lang="en-US" altLang="en-US" sz="2000" spc="300" dirty="0"/>
              <a:t>M</a:t>
            </a:r>
            <a:r>
              <a:rPr lang="en-US" altLang="en-US" sz="2000" spc="300" dirty="0"/>
              <a:t>e</a:t>
            </a:r>
            <a:r>
              <a:rPr lang="en-US" altLang="en-US" sz="2000" spc="300" dirty="0"/>
              <a:t>t</a:t>
            </a:r>
            <a:r>
              <a:rPr lang="en-US" altLang="en-US" sz="2000" spc="300" dirty="0"/>
              <a:t>h</a:t>
            </a:r>
            <a:r>
              <a:rPr lang="en-US" altLang="en-US" sz="2000" spc="300" dirty="0"/>
              <a:t>o</a:t>
            </a:r>
            <a:r>
              <a:rPr lang="en-US" altLang="en-US" sz="2000" spc="300" dirty="0"/>
              <a:t>d</a:t>
            </a:r>
            <a:r>
              <a:rPr lang="en-US" altLang="en-US" sz="2000" spc="300" dirty="0"/>
              <a:t>s</a:t>
            </a:r>
            <a:r>
              <a:rPr lang="en-US" altLang="en-US" sz="2000" spc="300" dirty="0"/>
              <a:t> </a:t>
            </a:r>
            <a:endParaRPr lang="en-US" altLang="en-US" sz="2000" spc="300" dirty="0"/>
          </a:p>
        </p:txBody>
      </p:sp>
      <p:sp>
        <p:nvSpPr>
          <p:cNvPr id="1048636" name="Content Placeholder 2"/>
          <p:cNvSpPr>
            <a:spLocks noGrp="1"/>
          </p:cNvSpPr>
          <p:nvPr>
            <p:ph idx="1"/>
          </p:nvPr>
        </p:nvSpPr>
        <p:spPr>
          <a:xfrm>
            <a:off x="585281" y="1077230"/>
            <a:ext cx="10515600" cy="5071285"/>
          </a:xfrm>
        </p:spPr>
        <p:txBody>
          <a:bodyPr>
            <a:noAutofit/>
          </a:bodyPr>
          <a:p>
            <a:pPr marL="0" indent="0">
              <a:buNone/>
            </a:pPr>
            <a:r>
              <a:rPr lang="en-US" altLang="en-US" sz="3200" b="1" dirty="0">
                <a:solidFill>
                  <a:srgbClr val="032E59"/>
                </a:solidFill>
              </a:rPr>
              <a:t>Research Design:</a:t>
            </a:r>
            <a:r>
              <a:rPr lang="en-US" altLang="en-US" sz="3200" dirty="0">
                <a:solidFill>
                  <a:srgbClr val="032E59"/>
                </a:solidFill>
              </a:rPr>
              <a:t> The study used a Descriptive Developmental Research Design</a:t>
            </a:r>
            <a:endParaRPr lang="en-US" altLang="en-US" sz="3200" dirty="0">
              <a:solidFill>
                <a:srgbClr val="032E59"/>
              </a:solidFill>
            </a:endParaRPr>
          </a:p>
          <a:p>
            <a:pPr marL="0" indent="0">
              <a:buNone/>
            </a:pPr>
            <a:r>
              <a:rPr lang="en-US" altLang="en-US" sz="3200" b="1" dirty="0">
                <a:solidFill>
                  <a:srgbClr val="032E59"/>
                </a:solidFill>
              </a:rPr>
              <a:t>Respondents:</a:t>
            </a:r>
            <a:r>
              <a:rPr lang="en-US" altLang="en-US" sz="3200" dirty="0">
                <a:solidFill>
                  <a:srgbClr val="032E59"/>
                </a:solidFill>
              </a:rPr>
              <a:t> </a:t>
            </a:r>
            <a:r>
              <a:rPr lang="en-US" altLang="en-US" sz="3200" dirty="0">
                <a:solidFill>
                  <a:srgbClr val="032E59"/>
                </a:solidFill>
              </a:rPr>
              <a:t>The respondents were the store Pr</a:t>
            </a:r>
            <a:r>
              <a:rPr lang="en-US" altLang="en-US" sz="3200" dirty="0">
                <a:solidFill>
                  <a:srgbClr val="032E59"/>
                </a:solidFill>
              </a:rPr>
              <a:t>esid</a:t>
            </a:r>
            <a:r>
              <a:rPr lang="en-US" altLang="en-US" sz="3200" dirty="0">
                <a:solidFill>
                  <a:srgbClr val="032E59"/>
                </a:solidFill>
              </a:rPr>
              <a:t>ent and </a:t>
            </a:r>
            <a:r>
              <a:rPr lang="en-US" altLang="en-US" sz="3200" dirty="0">
                <a:solidFill>
                  <a:srgbClr val="032E59"/>
                </a:solidFill>
              </a:rPr>
              <a:t>Members </a:t>
            </a:r>
            <a:endParaRPr lang="en-US" altLang="en-US" sz="3200" dirty="0">
              <a:solidFill>
                <a:srgbClr val="032E59"/>
              </a:solidFill>
            </a:endParaRPr>
          </a:p>
          <a:p>
            <a:pPr marL="0" indent="0">
              <a:buNone/>
            </a:pPr>
            <a:r>
              <a:rPr lang="en-US" altLang="en-US" sz="3200" b="1" dirty="0">
                <a:solidFill>
                  <a:srgbClr val="032E59"/>
                </a:solidFill>
              </a:rPr>
              <a:t>Research Environment: </a:t>
            </a:r>
            <a:r>
              <a:rPr lang="en-US" altLang="en-US" sz="3200" dirty="0">
                <a:solidFill>
                  <a:srgbClr val="032E59"/>
                </a:solidFill>
              </a:rPr>
              <a:t>The research was conducted at the Purok Narra SLP Convenience Store.</a:t>
            </a:r>
            <a:endParaRPr lang="en-US" altLang="en-US" sz="3200" dirty="0">
              <a:solidFill>
                <a:srgbClr val="032E59"/>
              </a:solidFill>
            </a:endParaRPr>
          </a:p>
          <a:p>
            <a:pPr marL="0" indent="0">
              <a:buNone/>
            </a:pPr>
            <a:r>
              <a:rPr lang="en-US" altLang="en-US" sz="3200" b="1" dirty="0">
                <a:solidFill>
                  <a:srgbClr val="032E59"/>
                </a:solidFill>
              </a:rPr>
              <a:t>Statistical Tool:</a:t>
            </a:r>
            <a:r>
              <a:rPr lang="en-US" altLang="en-US" sz="3200" dirty="0">
                <a:solidFill>
                  <a:srgbClr val="032E59"/>
                </a:solidFill>
              </a:rPr>
              <a:t> Data were analyzed using Frequency, Percentage, and Weighted Mean.</a:t>
            </a:r>
            <a:endParaRPr lang="en-US" altLang="en-US" sz="3200" dirty="0">
              <a:solidFill>
                <a:srgbClr val="032E59"/>
              </a:solidFill>
            </a:endParaRPr>
          </a:p>
          <a:p>
            <a:pPr marL="0" indent="0">
              <a:buNone/>
            </a:pPr>
            <a:r>
              <a:rPr lang="en-US" altLang="en-US" sz="3200" b="1" dirty="0">
                <a:solidFill>
                  <a:srgbClr val="032E59"/>
                </a:solidFill>
              </a:rPr>
              <a:t>Project Management:</a:t>
            </a:r>
            <a:r>
              <a:rPr lang="en-US" altLang="en-US" sz="3200" dirty="0">
                <a:solidFill>
                  <a:srgbClr val="032E59"/>
                </a:solidFill>
              </a:rPr>
              <a:t> The system was developed using the Waterfall Model</a:t>
            </a:r>
            <a:endParaRPr lang="en-US" altLang="en-US" sz="3200" dirty="0">
              <a:solidFill>
                <a:srgbClr val="032E59"/>
              </a:solidFill>
            </a:endParaRPr>
          </a:p>
        </p:txBody>
      </p:sp>
      <p:sp>
        <p:nvSpPr>
          <p:cNvPr id="1" name="Text Box 0"/>
          <p:cNvSpPr txBox="1"/>
          <p:nvPr/>
        </p:nvSpPr>
        <p:spPr>
          <a:xfrm>
            <a:off x="-443230" y="4465320"/>
            <a:ext cx="4064000" cy="368300"/>
          </a:xfrm>
          <a:prstGeom prst="rect">
            <a:avLst/>
          </a:prstGeom>
          <a:noFill/>
        </p:spPr>
        <p:txBody>
          <a:bodyPr wrap="square" rtlCol="0">
            <a:spAutoFit/>
          </a:bodyPr>
          <a:p>
            <a:endParaRPr 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76" name=""/>
        <p:cNvGrpSpPr/>
        <p:nvPr/>
      </p:nvGrpSpPr>
      <p:grpSpPr>
        <a:xfrm>
          <a:off x="0" y="0"/>
          <a:ext cx="0" cy="0"/>
          <a:chOff x="0" y="0"/>
          <a:chExt cx="0" cy="0"/>
        </a:xfrm>
      </p:grpSpPr>
      <p:sp>
        <p:nvSpPr>
          <p:cNvPr id="1048635" name="Rectangle 1"/>
          <p:cNvSpPr/>
          <p:nvPr/>
        </p:nvSpPr>
        <p:spPr>
          <a:xfrm>
            <a:off x="250825" y="273050"/>
            <a:ext cx="1864685" cy="398780"/>
          </a:xfrm>
          <a:prstGeom prst="rect">
            <a:avLst/>
          </a:prstGeom>
          <a:solidFill>
            <a:srgbClr val="FFC000"/>
          </a:solidFill>
        </p:spPr>
        <p:txBody>
          <a:bodyPr wrap="square">
            <a:spAutoFit/>
          </a:bodyPr>
          <a:p>
            <a:r>
              <a:rPr lang="en-US" altLang="en-US" sz="2000" spc="300" dirty="0"/>
              <a:t>Reference </a:t>
            </a:r>
            <a:endParaRPr lang="en-US" altLang="en-US" sz="2000" spc="300" dirty="0"/>
          </a:p>
        </p:txBody>
      </p:sp>
      <p:sp>
        <p:nvSpPr>
          <p:cNvPr id="1048636" name="Content Placeholder 2"/>
          <p:cNvSpPr>
            <a:spLocks noGrp="1"/>
          </p:cNvSpPr>
          <p:nvPr>
            <p:ph idx="1"/>
          </p:nvPr>
        </p:nvSpPr>
        <p:spPr>
          <a:xfrm>
            <a:off x="585281" y="1317895"/>
            <a:ext cx="10515600" cy="5071285"/>
          </a:xfrm>
        </p:spPr>
        <p:txBody>
          <a:bodyPr>
            <a:noAutofit/>
          </a:bodyPr>
          <a:p>
            <a:pPr marL="0" indent="0">
              <a:buNone/>
            </a:pPr>
            <a:r>
              <a:rPr lang="en-US" altLang="en-US" sz="3200" dirty="0">
                <a:solidFill>
                  <a:srgbClr val="032E59"/>
                </a:solidFill>
              </a:rPr>
              <a:t>Rajeev, N. (2008). Inventory management in small and medium enterprises: A study of machine tool enterprises in Bangalore. Management Research News, 31(9), 659–669. https://doi.org/10.1108/01409170810898554 (doi.org in Bing)</a:t>
            </a:r>
            <a:endParaRPr lang="en-US" altLang="en-US" sz="3200" dirty="0">
              <a:solidFill>
                <a:srgbClr val="032E59"/>
              </a:solidFill>
            </a:endParaRPr>
          </a:p>
          <a:p>
            <a:pPr marL="0" indent="0">
              <a:buNone/>
            </a:pPr>
            <a:endParaRPr lang="en-US" altLang="en-US" sz="3200" dirty="0">
              <a:solidFill>
                <a:srgbClr val="032E59"/>
              </a:solidFill>
            </a:endParaRPr>
          </a:p>
        </p:txBody>
      </p:sp>
      <p:sp>
        <p:nvSpPr>
          <p:cNvPr id="1" name="Text Box 0"/>
          <p:cNvSpPr txBox="1"/>
          <p:nvPr/>
        </p:nvSpPr>
        <p:spPr>
          <a:xfrm>
            <a:off x="-443230" y="4465320"/>
            <a:ext cx="4064000" cy="368300"/>
          </a:xfrm>
          <a:prstGeom prst="rect">
            <a:avLst/>
          </a:prstGeom>
          <a:noFill/>
        </p:spPr>
        <p:txBody>
          <a:bodyPr wrap="square" rtlCol="0">
            <a:spAutoFit/>
          </a:bodyPr>
          <a:p>
            <a:endParaRPr 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79" name=""/>
        <p:cNvGrpSpPr/>
        <p:nvPr/>
      </p:nvGrpSpPr>
      <p:grpSpPr>
        <a:xfrm>
          <a:off x="0" y="0"/>
          <a:ext cx="0" cy="0"/>
          <a:chOff x="0" y="0"/>
          <a:chExt cx="0" cy="0"/>
        </a:xfrm>
      </p:grpSpPr>
      <p:sp>
        <p:nvSpPr>
          <p:cNvPr id="1048639" name="Rectangle 1"/>
          <p:cNvSpPr/>
          <p:nvPr/>
        </p:nvSpPr>
        <p:spPr>
          <a:xfrm>
            <a:off x="250783" y="273185"/>
            <a:ext cx="2219353" cy="629920"/>
          </a:xfrm>
          <a:prstGeom prst="rect">
            <a:avLst/>
          </a:prstGeom>
          <a:solidFill>
            <a:srgbClr val="FFC000"/>
          </a:solidFill>
        </p:spPr>
        <p:txBody>
          <a:bodyPr wrap="square">
            <a:spAutoFit/>
          </a:bodyPr>
          <a:p>
            <a:r>
              <a:rPr lang="en-US" altLang="en-PH" sz="3500" spc="300" dirty="0"/>
              <a:t>Title:2</a:t>
            </a:r>
            <a:endParaRPr lang="en-US" altLang="en-PH" sz="3500" spc="300" dirty="0"/>
          </a:p>
        </p:txBody>
      </p:sp>
      <p:sp>
        <p:nvSpPr>
          <p:cNvPr id="1048640" name="Content Placeholder 2"/>
          <p:cNvSpPr>
            <a:spLocks noGrp="1"/>
          </p:cNvSpPr>
          <p:nvPr>
            <p:ph idx="1"/>
          </p:nvPr>
        </p:nvSpPr>
        <p:spPr>
          <a:xfrm>
            <a:off x="585281" y="1076595"/>
            <a:ext cx="10515600" cy="5071285"/>
          </a:xfrm>
        </p:spPr>
        <p:txBody>
          <a:bodyPr>
            <a:noAutofit/>
          </a:bodyPr>
          <a:p>
            <a:pPr marL="0" indent="0" algn="ctr">
              <a:buNone/>
            </a:pPr>
            <a:endParaRPr lang="en-US" altLang="en-US" sz="3500" dirty="0">
              <a:solidFill>
                <a:srgbClr val="032E59"/>
              </a:solidFill>
            </a:endParaRPr>
          </a:p>
          <a:p>
            <a:pPr marL="0" indent="0" algn="ctr">
              <a:buNone/>
            </a:pPr>
            <a:endParaRPr lang="en-US" altLang="en-US" sz="3500" dirty="0">
              <a:solidFill>
                <a:srgbClr val="032E59"/>
              </a:solidFill>
            </a:endParaRPr>
          </a:p>
          <a:p>
            <a:pPr marL="0" indent="0" algn="ctr">
              <a:buNone/>
            </a:pPr>
            <a:endParaRPr lang="en-US" altLang="en-US" sz="3500" dirty="0">
              <a:solidFill>
                <a:srgbClr val="032E59"/>
              </a:solidFill>
            </a:endParaRPr>
          </a:p>
          <a:p>
            <a:pPr marL="0" indent="0" algn="ctr">
              <a:buNone/>
            </a:pPr>
            <a:r>
              <a:rPr lang="en-US" altLang="en-US" sz="4400" b="1" dirty="0">
                <a:solidFill>
                  <a:srgbClr val="032E59"/>
                </a:solidFill>
                <a:sym typeface="+mn-ea"/>
              </a:rPr>
              <a:t>OJT Monitoring System</a:t>
            </a:r>
            <a:endParaRPr lang="en-US" altLang="en-US" sz="4400" b="1" dirty="0">
              <a:solidFill>
                <a:srgbClr val="032E59"/>
              </a:solidFill>
            </a:endParaRPr>
          </a:p>
          <a:p>
            <a:pPr marL="0" indent="0" algn="ctr">
              <a:buNone/>
            </a:pPr>
            <a:endParaRPr lang="en-US" altLang="en-US" sz="3500" dirty="0">
              <a:solidFill>
                <a:srgbClr val="032E59"/>
              </a:solidFill>
            </a:endParaRPr>
          </a:p>
          <a:p>
            <a:pPr marL="0" indent="0" algn="ctr">
              <a:buNone/>
            </a:pPr>
            <a:endParaRPr lang="en-US" altLang="en-US" sz="3500" dirty="0">
              <a:solidFill>
                <a:srgbClr val="032E59"/>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80" name=""/>
        <p:cNvGrpSpPr/>
        <p:nvPr/>
      </p:nvGrpSpPr>
      <p:grpSpPr>
        <a:xfrm>
          <a:off x="0" y="0"/>
          <a:ext cx="0" cy="0"/>
          <a:chOff x="0" y="0"/>
          <a:chExt cx="0" cy="0"/>
        </a:xfrm>
      </p:grpSpPr>
      <p:sp>
        <p:nvSpPr>
          <p:cNvPr id="1048641" name="Rectangle 1"/>
          <p:cNvSpPr/>
          <p:nvPr/>
        </p:nvSpPr>
        <p:spPr>
          <a:xfrm>
            <a:off x="250783" y="273185"/>
            <a:ext cx="2219353" cy="400110"/>
          </a:xfrm>
          <a:prstGeom prst="rect">
            <a:avLst/>
          </a:prstGeom>
          <a:solidFill>
            <a:srgbClr val="FFC000"/>
          </a:solidFill>
        </p:spPr>
        <p:txBody>
          <a:bodyPr wrap="square">
            <a:spAutoFit/>
          </a:bodyPr>
          <a:p>
            <a:r>
              <a:rPr lang="en-US" sz="2000" b="1" spc="300" dirty="0">
                <a:solidFill>
                  <a:srgbClr val="000000"/>
                </a:solidFill>
                <a:latin typeface="Myanmar Text" panose="020B0502040204020203" pitchFamily="34" charset="0"/>
                <a:ea typeface="Myanmar Text" panose="020B0502040204020203" pitchFamily="34" charset="0"/>
              </a:rPr>
              <a:t>Background</a:t>
            </a:r>
            <a:endParaRPr lang="en-PH" sz="2000" spc="300" dirty="0"/>
          </a:p>
        </p:txBody>
      </p:sp>
      <p:sp>
        <p:nvSpPr>
          <p:cNvPr id="1048642" name="Content Placeholder 2"/>
          <p:cNvSpPr>
            <a:spLocks noGrp="1"/>
          </p:cNvSpPr>
          <p:nvPr>
            <p:ph idx="1"/>
          </p:nvPr>
        </p:nvSpPr>
        <p:spPr>
          <a:xfrm>
            <a:off x="585281" y="1076595"/>
            <a:ext cx="10515600" cy="5071285"/>
          </a:xfrm>
        </p:spPr>
        <p:txBody>
          <a:bodyPr>
            <a:noAutofit/>
          </a:bodyPr>
          <a:p>
            <a:pPr marL="0" indent="0">
              <a:buNone/>
            </a:pPr>
            <a:r>
              <a:rPr lang="en-US" altLang="en-US" sz="3000" dirty="0">
                <a:solidFill>
                  <a:srgbClr val="032E59"/>
                </a:solidFill>
              </a:rPr>
              <a:t>Current Situation</a:t>
            </a:r>
            <a:endParaRPr lang="en-US" altLang="en-US" sz="3000" dirty="0">
              <a:solidFill>
                <a:srgbClr val="032E59"/>
              </a:solidFill>
            </a:endParaRPr>
          </a:p>
          <a:p>
            <a:pPr marL="0" indent="0">
              <a:buNone/>
            </a:pPr>
            <a:endParaRPr lang="en-US" altLang="en-US" sz="3000" dirty="0">
              <a:solidFill>
                <a:srgbClr val="032E59"/>
              </a:solidFill>
            </a:endParaRPr>
          </a:p>
          <a:p>
            <a:pPr marL="0" indent="0">
              <a:buNone/>
            </a:pPr>
            <a:r>
              <a:rPr lang="en-US" altLang="en-US" sz="3000" dirty="0">
                <a:solidFill>
                  <a:srgbClr val="032E59"/>
                </a:solidFill>
              </a:rPr>
              <a:t>• Students submit paper-based logs</a:t>
            </a:r>
            <a:endParaRPr lang="en-US" altLang="en-US" sz="3000" dirty="0">
              <a:solidFill>
                <a:srgbClr val="032E59"/>
              </a:solidFill>
            </a:endParaRPr>
          </a:p>
          <a:p>
            <a:pPr marL="0" indent="0">
              <a:buNone/>
            </a:pPr>
            <a:r>
              <a:rPr lang="en-US" altLang="en-US" sz="3000" dirty="0">
                <a:solidFill>
                  <a:srgbClr val="032E59"/>
                </a:solidFill>
              </a:rPr>
              <a:t>• Professors review manual records</a:t>
            </a:r>
            <a:endParaRPr lang="en-US" altLang="en-US" sz="3000" dirty="0">
              <a:solidFill>
                <a:srgbClr val="032E59"/>
              </a:solidFill>
            </a:endParaRPr>
          </a:p>
          <a:p>
            <a:pPr marL="0" indent="0">
              <a:buNone/>
            </a:pPr>
            <a:r>
              <a:rPr lang="en-US" altLang="en-US" sz="3000" dirty="0">
                <a:solidFill>
                  <a:srgbClr val="032E59"/>
                </a:solidFill>
              </a:rPr>
              <a:t>• Reports prepared manually</a:t>
            </a:r>
            <a:endParaRPr lang="en-US" altLang="en-US" sz="3000" dirty="0">
              <a:solidFill>
                <a:srgbClr val="032E59"/>
              </a:solidFill>
            </a:endParaRPr>
          </a:p>
          <a:p>
            <a:pPr marL="0" indent="0">
              <a:buNone/>
            </a:pPr>
            <a:r>
              <a:rPr lang="en-US" altLang="en-US" sz="3000" dirty="0">
                <a:solidFill>
                  <a:srgbClr val="032E59"/>
                </a:solidFill>
              </a:rPr>
              <a:t>• Progress tracking is time-consuming</a:t>
            </a:r>
            <a:endParaRPr lang="en-US" altLang="en-US" sz="3000" dirty="0">
              <a:solidFill>
                <a:srgbClr val="032E59"/>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81" name=""/>
        <p:cNvGrpSpPr/>
        <p:nvPr/>
      </p:nvGrpSpPr>
      <p:grpSpPr>
        <a:xfrm>
          <a:off x="0" y="0"/>
          <a:ext cx="0" cy="0"/>
          <a:chOff x="0" y="0"/>
          <a:chExt cx="0" cy="0"/>
        </a:xfrm>
      </p:grpSpPr>
      <p:sp>
        <p:nvSpPr>
          <p:cNvPr id="1048643" name="Rectangle 1"/>
          <p:cNvSpPr/>
          <p:nvPr/>
        </p:nvSpPr>
        <p:spPr>
          <a:xfrm>
            <a:off x="250783" y="273185"/>
            <a:ext cx="2219353" cy="400110"/>
          </a:xfrm>
          <a:prstGeom prst="rect">
            <a:avLst/>
          </a:prstGeom>
          <a:solidFill>
            <a:srgbClr val="FFC000"/>
          </a:solidFill>
        </p:spPr>
        <p:txBody>
          <a:bodyPr wrap="square">
            <a:spAutoFit/>
          </a:bodyPr>
          <a:p>
            <a:r>
              <a:rPr lang="en-US" sz="2000" b="1" spc="300" dirty="0">
                <a:solidFill>
                  <a:srgbClr val="000000"/>
                </a:solidFill>
                <a:latin typeface="Myanmar Text" panose="020B0502040204020203" pitchFamily="34" charset="0"/>
                <a:ea typeface="Myanmar Text" panose="020B0502040204020203" pitchFamily="34" charset="0"/>
              </a:rPr>
              <a:t>Background</a:t>
            </a:r>
            <a:endParaRPr lang="en-PH" sz="2000" spc="300" dirty="0"/>
          </a:p>
        </p:txBody>
      </p:sp>
      <p:sp>
        <p:nvSpPr>
          <p:cNvPr id="1048644" name="Content Placeholder 2"/>
          <p:cNvSpPr>
            <a:spLocks noGrp="1"/>
          </p:cNvSpPr>
          <p:nvPr>
            <p:ph idx="1"/>
          </p:nvPr>
        </p:nvSpPr>
        <p:spPr>
          <a:xfrm>
            <a:off x="585281" y="1076595"/>
            <a:ext cx="10515600" cy="5071285"/>
          </a:xfrm>
        </p:spPr>
        <p:txBody>
          <a:bodyPr>
            <a:noAutofit/>
          </a:bodyPr>
          <a:p>
            <a:pPr marL="0" indent="0">
              <a:buNone/>
            </a:pPr>
            <a:r>
              <a:rPr lang="en-US" altLang="en-US" sz="3000" dirty="0">
                <a:solidFill>
                  <a:srgbClr val="032E59"/>
                </a:solidFill>
              </a:rPr>
              <a:t>Resulting Problems</a:t>
            </a:r>
            <a:endParaRPr lang="en-US" altLang="en-US" sz="3000" dirty="0">
              <a:solidFill>
                <a:srgbClr val="032E59"/>
              </a:solidFill>
            </a:endParaRPr>
          </a:p>
          <a:p>
            <a:pPr marL="0" indent="0">
              <a:buNone/>
            </a:pPr>
            <a:endParaRPr lang="en-US" altLang="en-US" sz="3000" dirty="0">
              <a:solidFill>
                <a:srgbClr val="032E59"/>
              </a:solidFill>
            </a:endParaRPr>
          </a:p>
          <a:p>
            <a:pPr marL="0" indent="0">
              <a:buNone/>
            </a:pPr>
            <a:r>
              <a:rPr lang="en-US" altLang="en-US" sz="3000" dirty="0">
                <a:solidFill>
                  <a:srgbClr val="032E59"/>
                </a:solidFill>
              </a:rPr>
              <a:t>• Delayed evaluation of student performance</a:t>
            </a:r>
            <a:endParaRPr lang="en-US" altLang="en-US" sz="3000" dirty="0">
              <a:solidFill>
                <a:srgbClr val="032E59"/>
              </a:solidFill>
            </a:endParaRPr>
          </a:p>
          <a:p>
            <a:pPr marL="0" indent="0">
              <a:buNone/>
            </a:pPr>
            <a:r>
              <a:rPr lang="en-US" altLang="en-US" sz="3000" dirty="0">
                <a:solidFill>
                  <a:srgbClr val="032E59"/>
                </a:solidFill>
              </a:rPr>
              <a:t>• Prone to errors and missing data</a:t>
            </a:r>
            <a:endParaRPr lang="en-US" altLang="en-US" sz="3000" dirty="0">
              <a:solidFill>
                <a:srgbClr val="032E59"/>
              </a:solidFill>
            </a:endParaRPr>
          </a:p>
          <a:p>
            <a:pPr marL="0" indent="0">
              <a:buNone/>
            </a:pPr>
            <a:r>
              <a:rPr lang="en-US" altLang="en-US" sz="3000" dirty="0">
                <a:solidFill>
                  <a:srgbClr val="032E59"/>
                </a:solidFill>
              </a:rPr>
              <a:t>• Difficulty monitoring multiple students simultaneously</a:t>
            </a:r>
            <a:endParaRPr lang="en-US" altLang="en-US" sz="3000" dirty="0">
              <a:solidFill>
                <a:srgbClr val="032E59"/>
              </a:solidFill>
            </a:endParaRPr>
          </a:p>
          <a:p>
            <a:pPr marL="0" indent="0">
              <a:buNone/>
            </a:pPr>
            <a:r>
              <a:rPr lang="en-US" altLang="en-US" sz="3000" dirty="0">
                <a:solidFill>
                  <a:srgbClr val="032E59"/>
                </a:solidFill>
              </a:rPr>
              <a:t>• Hard to generate accurate reports</a:t>
            </a:r>
            <a:endParaRPr lang="en-US" altLang="en-US" sz="3000" dirty="0">
              <a:solidFill>
                <a:srgbClr val="032E59"/>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82" name=""/>
        <p:cNvGrpSpPr/>
        <p:nvPr/>
      </p:nvGrpSpPr>
      <p:grpSpPr>
        <a:xfrm>
          <a:off x="0" y="0"/>
          <a:ext cx="0" cy="0"/>
          <a:chOff x="0" y="0"/>
          <a:chExt cx="0" cy="0"/>
        </a:xfrm>
      </p:grpSpPr>
      <p:sp>
        <p:nvSpPr>
          <p:cNvPr id="1048645" name="Rectangle 1"/>
          <p:cNvSpPr/>
          <p:nvPr/>
        </p:nvSpPr>
        <p:spPr>
          <a:xfrm>
            <a:off x="250783" y="273185"/>
            <a:ext cx="2219353" cy="400110"/>
          </a:xfrm>
          <a:prstGeom prst="rect">
            <a:avLst/>
          </a:prstGeom>
          <a:solidFill>
            <a:srgbClr val="FFC000"/>
          </a:solidFill>
        </p:spPr>
        <p:txBody>
          <a:bodyPr wrap="square">
            <a:spAutoFit/>
          </a:bodyPr>
          <a:p>
            <a:r>
              <a:rPr lang="en-US" sz="2000" b="1" spc="300" dirty="0">
                <a:solidFill>
                  <a:srgbClr val="000000"/>
                </a:solidFill>
                <a:latin typeface="Myanmar Text" panose="020B0502040204020203" pitchFamily="34" charset="0"/>
                <a:ea typeface="Myanmar Text" panose="020B0502040204020203" pitchFamily="34" charset="0"/>
              </a:rPr>
              <a:t>Background</a:t>
            </a:r>
            <a:endParaRPr lang="en-PH" sz="2000" spc="300" dirty="0"/>
          </a:p>
        </p:txBody>
      </p:sp>
      <p:pic>
        <p:nvPicPr>
          <p:cNvPr id="2097156" name="Content Placeholder 3" descr="BCO.6957c60b-6335-4b47-887e-b25f44f1ba34"/>
          <p:cNvPicPr>
            <a:picLocks noChangeAspect="1"/>
          </p:cNvPicPr>
          <p:nvPr>
            <p:ph idx="1"/>
          </p:nvPr>
        </p:nvPicPr>
        <p:blipFill>
          <a:blip r:embed="rId2"/>
          <a:stretch>
            <a:fillRect/>
          </a:stretch>
        </p:blipFill>
        <p:spPr>
          <a:xfrm>
            <a:off x="2910205" y="1076325"/>
            <a:ext cx="6371590" cy="507174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83" name=""/>
        <p:cNvGrpSpPr/>
        <p:nvPr/>
      </p:nvGrpSpPr>
      <p:grpSpPr>
        <a:xfrm>
          <a:off x="0" y="0"/>
          <a:ext cx="0" cy="0"/>
          <a:chOff x="0" y="0"/>
          <a:chExt cx="0" cy="0"/>
        </a:xfrm>
      </p:grpSpPr>
      <p:sp>
        <p:nvSpPr>
          <p:cNvPr id="1048646" name="Rectangle 1"/>
          <p:cNvSpPr/>
          <p:nvPr/>
        </p:nvSpPr>
        <p:spPr>
          <a:xfrm>
            <a:off x="250783" y="273185"/>
            <a:ext cx="2219353" cy="400110"/>
          </a:xfrm>
          <a:prstGeom prst="rect">
            <a:avLst/>
          </a:prstGeom>
          <a:solidFill>
            <a:srgbClr val="FFC000"/>
          </a:solidFill>
        </p:spPr>
        <p:txBody>
          <a:bodyPr wrap="square">
            <a:spAutoFit/>
          </a:bodyPr>
          <a:p>
            <a:r>
              <a:rPr lang="en-US" sz="2000" b="1" spc="300" dirty="0">
                <a:solidFill>
                  <a:srgbClr val="000000"/>
                </a:solidFill>
                <a:latin typeface="Myanmar Text" panose="020B0502040204020203" pitchFamily="34" charset="0"/>
                <a:ea typeface="Myanmar Text" panose="020B0502040204020203" pitchFamily="34" charset="0"/>
              </a:rPr>
              <a:t>Background</a:t>
            </a:r>
            <a:endParaRPr lang="en-PH" sz="2000" spc="300" dirty="0"/>
          </a:p>
        </p:txBody>
      </p:sp>
      <p:sp>
        <p:nvSpPr>
          <p:cNvPr id="1048647" name="Content Placeholder 2"/>
          <p:cNvSpPr>
            <a:spLocks noGrp="1"/>
          </p:cNvSpPr>
          <p:nvPr>
            <p:ph idx="1"/>
          </p:nvPr>
        </p:nvSpPr>
        <p:spPr>
          <a:xfrm>
            <a:off x="585281" y="1076595"/>
            <a:ext cx="10515600" cy="5071285"/>
          </a:xfrm>
        </p:spPr>
        <p:txBody>
          <a:bodyPr>
            <a:noAutofit/>
          </a:bodyPr>
          <a:p>
            <a:pPr marL="0" indent="0">
              <a:buNone/>
            </a:pPr>
            <a:r>
              <a:rPr lang="en-US" altLang="en-US" sz="3000" dirty="0">
                <a:solidFill>
                  <a:srgbClr val="032E59"/>
                </a:solidFill>
              </a:rPr>
              <a:t>Benefits of the System</a:t>
            </a:r>
            <a:endParaRPr lang="en-US" altLang="en-US" sz="3000" dirty="0">
              <a:solidFill>
                <a:srgbClr val="032E59"/>
              </a:solidFill>
            </a:endParaRPr>
          </a:p>
          <a:p>
            <a:pPr marL="0" indent="0">
              <a:buNone/>
            </a:pPr>
            <a:endParaRPr lang="en-US" altLang="en-US" sz="3000" dirty="0">
              <a:solidFill>
                <a:srgbClr val="032E59"/>
              </a:solidFill>
            </a:endParaRPr>
          </a:p>
          <a:p>
            <a:pPr marL="0" indent="0">
              <a:buNone/>
            </a:pPr>
            <a:r>
              <a:rPr lang="en-US" altLang="en-US" sz="3000" dirty="0">
                <a:solidFill>
                  <a:srgbClr val="032E59"/>
                </a:solidFill>
              </a:rPr>
              <a:t>• Real-time monitoring of student performance</a:t>
            </a:r>
            <a:endParaRPr lang="en-US" altLang="en-US" sz="3000" dirty="0">
              <a:solidFill>
                <a:srgbClr val="032E59"/>
              </a:solidFill>
            </a:endParaRPr>
          </a:p>
          <a:p>
            <a:pPr marL="0" indent="0">
              <a:buNone/>
            </a:pPr>
            <a:r>
              <a:rPr lang="en-US" altLang="en-US" sz="3000" dirty="0">
                <a:solidFill>
                  <a:srgbClr val="032E59"/>
                </a:solidFill>
              </a:rPr>
              <a:t>• Accurate and complete records</a:t>
            </a:r>
            <a:endParaRPr lang="en-US" altLang="en-US" sz="3000" dirty="0">
              <a:solidFill>
                <a:srgbClr val="032E59"/>
              </a:solidFill>
            </a:endParaRPr>
          </a:p>
          <a:p>
            <a:pPr marL="0" indent="0">
              <a:buNone/>
            </a:pPr>
            <a:r>
              <a:rPr lang="en-US" altLang="en-US" sz="3000" dirty="0">
                <a:solidFill>
                  <a:srgbClr val="032E59"/>
                </a:solidFill>
              </a:rPr>
              <a:t>• Automatic report generation</a:t>
            </a:r>
            <a:endParaRPr lang="en-US" altLang="en-US" sz="3000" dirty="0">
              <a:solidFill>
                <a:srgbClr val="032E59"/>
              </a:solidFill>
            </a:endParaRPr>
          </a:p>
          <a:p>
            <a:pPr marL="0" indent="0">
              <a:buNone/>
            </a:pPr>
            <a:r>
              <a:rPr lang="en-US" altLang="en-US" sz="3000" dirty="0">
                <a:solidFill>
                  <a:srgbClr val="032E59"/>
                </a:solidFill>
              </a:rPr>
              <a:t>• Faster evaluation and feedback</a:t>
            </a:r>
            <a:endParaRPr lang="en-US" altLang="en-US" sz="3000" dirty="0">
              <a:solidFill>
                <a:srgbClr val="032E59"/>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84" name=""/>
        <p:cNvGrpSpPr/>
        <p:nvPr/>
      </p:nvGrpSpPr>
      <p:grpSpPr>
        <a:xfrm>
          <a:off x="0" y="0"/>
          <a:ext cx="0" cy="0"/>
          <a:chOff x="0" y="0"/>
          <a:chExt cx="0" cy="0"/>
        </a:xfrm>
      </p:grpSpPr>
      <p:sp>
        <p:nvSpPr>
          <p:cNvPr id="1048648" name="Content Placeholder 2"/>
          <p:cNvSpPr>
            <a:spLocks noGrp="1"/>
          </p:cNvSpPr>
          <p:nvPr>
            <p:ph idx="1"/>
          </p:nvPr>
        </p:nvSpPr>
        <p:spPr>
          <a:xfrm>
            <a:off x="585470" y="1278255"/>
            <a:ext cx="11243310" cy="5274945"/>
          </a:xfrm>
        </p:spPr>
        <p:txBody>
          <a:bodyPr>
            <a:noAutofit/>
          </a:bodyPr>
          <a:p>
            <a:pPr marL="0" indent="0" algn="l">
              <a:buNone/>
            </a:pPr>
            <a:r>
              <a:rPr lang="en-US" altLang="en-US" dirty="0">
                <a:solidFill>
                  <a:srgbClr val="032E59"/>
                </a:solidFill>
              </a:rPr>
              <a:t>Current OJT monitoring is done manually using paper logs and spreadsheets, making tracking and evaluation slow, error-prone and inefficient.</a:t>
            </a:r>
            <a:endParaRPr lang="en-US" altLang="en-US" dirty="0">
              <a:solidFill>
                <a:srgbClr val="032E59"/>
              </a:solidFill>
            </a:endParaRPr>
          </a:p>
          <a:p>
            <a:pPr marL="514350" indent="-514350" algn="l">
              <a:buAutoNum type="arabicPeriod"/>
            </a:pPr>
            <a:r>
              <a:rPr lang="en-US" altLang="en-US" dirty="0">
                <a:solidFill>
                  <a:srgbClr val="032E59"/>
                </a:solidFill>
              </a:rPr>
              <a:t>How can the OJT monitoring process be automated to reduce manual work and errors?</a:t>
            </a:r>
            <a:endParaRPr lang="en-US" altLang="en-US" dirty="0">
              <a:solidFill>
                <a:srgbClr val="032E59"/>
              </a:solidFill>
            </a:endParaRPr>
          </a:p>
          <a:p>
            <a:pPr marL="514350" indent="-514350" algn="l">
              <a:buAutoNum type="arabicPeriod"/>
            </a:pPr>
            <a:r>
              <a:rPr lang="en-US" altLang="en-US" dirty="0">
                <a:solidFill>
                  <a:srgbClr val="032E59"/>
                </a:solidFill>
              </a:rPr>
              <a:t>How can the system provide real-time tracking of student performance?</a:t>
            </a:r>
            <a:endParaRPr lang="en-US" altLang="en-US" dirty="0">
              <a:solidFill>
                <a:srgbClr val="032E59"/>
              </a:solidFill>
            </a:endParaRPr>
          </a:p>
          <a:p>
            <a:pPr marL="514350" indent="-514350" algn="l">
              <a:buAutoNum type="arabicPeriod"/>
            </a:pPr>
            <a:r>
              <a:rPr lang="en-US" altLang="en-US" dirty="0">
                <a:solidFill>
                  <a:srgbClr val="032E59"/>
                </a:solidFill>
              </a:rPr>
              <a:t>How can automated reporting improve the evaluation and feedback process for professors ?</a:t>
            </a:r>
            <a:endParaRPr lang="en-US" altLang="en-US" dirty="0">
              <a:solidFill>
                <a:srgbClr val="032E59"/>
              </a:solidFill>
            </a:endParaRPr>
          </a:p>
          <a:p>
            <a:pPr marL="514350" indent="-514350" algn="l">
              <a:buAutoNum type="arabicPeriod"/>
            </a:pPr>
            <a:r>
              <a:rPr lang="en-US" altLang="en-US" dirty="0">
                <a:solidFill>
                  <a:srgbClr val="032E59"/>
                </a:solidFill>
              </a:rPr>
              <a:t>How can a digital OJT monitoring system enhance accessibility and organization of student records?</a:t>
            </a:r>
            <a:endParaRPr lang="en-US" altLang="en-US" dirty="0">
              <a:solidFill>
                <a:srgbClr val="032E59"/>
              </a:solidFill>
            </a:endParaRPr>
          </a:p>
          <a:p>
            <a:pPr marL="0" indent="0" algn="l">
              <a:buNone/>
            </a:pPr>
            <a:endParaRPr lang="en-US" altLang="en-US" dirty="0">
              <a:solidFill>
                <a:srgbClr val="032E59"/>
              </a:solidFill>
            </a:endParaRPr>
          </a:p>
        </p:txBody>
      </p:sp>
      <p:sp>
        <p:nvSpPr>
          <p:cNvPr id="1048649" name="Rectangle 3"/>
          <p:cNvSpPr/>
          <p:nvPr/>
        </p:nvSpPr>
        <p:spPr>
          <a:xfrm>
            <a:off x="318770" y="389890"/>
            <a:ext cx="4253865" cy="701040"/>
          </a:xfrm>
          <a:prstGeom prst="rect">
            <a:avLst/>
          </a:prstGeom>
          <a:solidFill>
            <a:srgbClr val="FFC000"/>
          </a:solidFill>
        </p:spPr>
        <p:txBody>
          <a:bodyPr wrap="square">
            <a:spAutoFit/>
          </a:bodyPr>
          <a:p>
            <a:r>
              <a:rPr lang="en-US" altLang="en-PH" sz="2000" spc="300" dirty="0"/>
              <a:t>Statement of the Problem</a:t>
            </a:r>
            <a:endParaRPr lang="en-US" altLang="en-PH" sz="2000" spc="3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85" name=""/>
        <p:cNvGrpSpPr/>
        <p:nvPr/>
      </p:nvGrpSpPr>
      <p:grpSpPr>
        <a:xfrm>
          <a:off x="0" y="0"/>
          <a:ext cx="0" cy="0"/>
          <a:chOff x="0" y="0"/>
          <a:chExt cx="0" cy="0"/>
        </a:xfrm>
      </p:grpSpPr>
      <p:sp>
        <p:nvSpPr>
          <p:cNvPr id="1048650" name="Content Placeholder 2"/>
          <p:cNvSpPr>
            <a:spLocks noGrp="1"/>
          </p:cNvSpPr>
          <p:nvPr>
            <p:ph idx="1"/>
          </p:nvPr>
        </p:nvSpPr>
        <p:spPr>
          <a:xfrm>
            <a:off x="585280" y="1076595"/>
            <a:ext cx="11243553" cy="5391487"/>
          </a:xfrm>
        </p:spPr>
        <p:txBody>
          <a:bodyPr>
            <a:noAutofit/>
          </a:bodyPr>
          <a:p>
            <a:pPr marL="0" indent="0">
              <a:buNone/>
            </a:pPr>
            <a:r>
              <a:rPr lang="en-US" altLang="en-US" sz="3500" dirty="0">
                <a:solidFill>
                  <a:srgbClr val="032E59"/>
                </a:solidFill>
              </a:rPr>
              <a:t>General Objective</a:t>
            </a:r>
            <a:endParaRPr lang="en-US" altLang="en-US" sz="3500" dirty="0">
              <a:solidFill>
                <a:srgbClr val="032E59"/>
              </a:solidFill>
            </a:endParaRPr>
          </a:p>
          <a:p>
            <a:pPr marL="0" indent="0">
              <a:buNone/>
            </a:pPr>
            <a:endParaRPr lang="en-US" altLang="en-US" sz="3500" dirty="0">
              <a:solidFill>
                <a:srgbClr val="032E59"/>
              </a:solidFill>
            </a:endParaRPr>
          </a:p>
          <a:p>
            <a:pPr marL="0" indent="0">
              <a:buNone/>
            </a:pPr>
            <a:r>
              <a:rPr lang="en-US" altLang="en-US" sz="3500" dirty="0">
                <a:solidFill>
                  <a:srgbClr val="032E59"/>
                </a:solidFill>
              </a:rPr>
              <a:t>Develop an OJT Monitoring System to automate the tracking, evaluation and reporting of student performance during training.</a:t>
            </a:r>
            <a:endParaRPr lang="en-US" altLang="en-US" sz="3500" dirty="0">
              <a:solidFill>
                <a:srgbClr val="032E59"/>
              </a:solidFill>
            </a:endParaRPr>
          </a:p>
        </p:txBody>
      </p:sp>
      <p:sp>
        <p:nvSpPr>
          <p:cNvPr id="1048651" name="Rectangle 3"/>
          <p:cNvSpPr/>
          <p:nvPr/>
        </p:nvSpPr>
        <p:spPr>
          <a:xfrm>
            <a:off x="318877" y="389917"/>
            <a:ext cx="2219353" cy="400110"/>
          </a:xfrm>
          <a:prstGeom prst="rect">
            <a:avLst/>
          </a:prstGeom>
          <a:solidFill>
            <a:srgbClr val="FFC000"/>
          </a:solidFill>
        </p:spPr>
        <p:txBody>
          <a:bodyPr wrap="square">
            <a:spAutoFit/>
          </a:bodyPr>
          <a:p>
            <a:r>
              <a:rPr lang="en-US" sz="2000" b="1" spc="300" dirty="0">
                <a:solidFill>
                  <a:srgbClr val="000000"/>
                </a:solidFill>
                <a:latin typeface="Myanmar Text" panose="020B0502040204020203" pitchFamily="34" charset="0"/>
                <a:ea typeface="Myanmar Text" panose="020B0502040204020203" pitchFamily="34" charset="0"/>
              </a:rPr>
              <a:t>Objectives</a:t>
            </a:r>
            <a:endParaRPr lang="en-PH" sz="2000" spc="3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58" name=""/>
        <p:cNvGrpSpPr/>
        <p:nvPr/>
      </p:nvGrpSpPr>
      <p:grpSpPr>
        <a:xfrm>
          <a:off x="0" y="0"/>
          <a:ext cx="0" cy="0"/>
          <a:chOff x="0" y="0"/>
          <a:chExt cx="0" cy="0"/>
        </a:xfrm>
      </p:grpSpPr>
      <p:sp>
        <p:nvSpPr>
          <p:cNvPr id="1048601" name="Content Placeholder 2"/>
          <p:cNvSpPr>
            <a:spLocks noGrp="1"/>
          </p:cNvSpPr>
          <p:nvPr>
            <p:ph idx="1"/>
          </p:nvPr>
        </p:nvSpPr>
        <p:spPr>
          <a:xfrm>
            <a:off x="585280" y="1076595"/>
            <a:ext cx="11243553" cy="5391487"/>
          </a:xfrm>
        </p:spPr>
        <p:txBody>
          <a:bodyPr>
            <a:noAutofit/>
          </a:bodyPr>
          <a:p>
            <a:pPr marL="0" indent="0">
              <a:buNone/>
            </a:pPr>
            <a:r>
              <a:rPr lang="en-US" altLang="en-US" sz="3500" dirty="0">
                <a:solidFill>
                  <a:srgbClr val="032E59"/>
                </a:solidFill>
              </a:rPr>
              <a:t>Key Objectives</a:t>
            </a:r>
            <a:endParaRPr lang="en-US" altLang="en-US" sz="3500" dirty="0">
              <a:solidFill>
                <a:srgbClr val="032E59"/>
              </a:solidFill>
            </a:endParaRPr>
          </a:p>
          <a:p>
            <a:pPr marL="0" indent="0">
              <a:buNone/>
            </a:pPr>
            <a:endParaRPr lang="en-US" altLang="en-US" sz="3500" dirty="0">
              <a:solidFill>
                <a:srgbClr val="032E59"/>
              </a:solidFill>
            </a:endParaRPr>
          </a:p>
          <a:p>
            <a:pPr marL="514350" indent="-514350">
              <a:buAutoNum type="arabicPeriod"/>
            </a:pPr>
            <a:r>
              <a:rPr lang="en-US" altLang="en-US" sz="3500" dirty="0">
                <a:solidFill>
                  <a:srgbClr val="032E59"/>
                </a:solidFill>
              </a:rPr>
              <a:t>Replace manual logs with a digital system for efficient and accurate record-keeping.</a:t>
            </a:r>
            <a:endParaRPr lang="en-US" altLang="en-US" sz="3500" dirty="0">
              <a:solidFill>
                <a:srgbClr val="032E59"/>
              </a:solidFill>
            </a:endParaRPr>
          </a:p>
          <a:p>
            <a:pPr marL="514350" indent="-514350">
              <a:buAutoNum type="arabicPeriod"/>
            </a:pPr>
            <a:r>
              <a:rPr lang="en-US" altLang="en-US" sz="3500" dirty="0">
                <a:solidFill>
                  <a:srgbClr val="032E59"/>
                </a:solidFill>
              </a:rPr>
              <a:t>Allow Professors to track student progress instantly.</a:t>
            </a:r>
            <a:endParaRPr lang="en-US" altLang="en-US" sz="3500" dirty="0">
              <a:solidFill>
                <a:srgbClr val="032E59"/>
              </a:solidFill>
            </a:endParaRPr>
          </a:p>
          <a:p>
            <a:pPr marL="514350" indent="-514350">
              <a:buAutoNum type="arabicPeriod"/>
            </a:pPr>
            <a:r>
              <a:rPr lang="en-US" altLang="en-US" sz="3500" dirty="0">
                <a:solidFill>
                  <a:srgbClr val="032E59"/>
                </a:solidFill>
              </a:rPr>
              <a:t>Produce accurate and timely performance reports for evaluation and feedback.</a:t>
            </a:r>
            <a:endParaRPr lang="en-US" altLang="en-US" sz="3500" dirty="0">
              <a:solidFill>
                <a:srgbClr val="032E59"/>
              </a:solidFill>
            </a:endParaRPr>
          </a:p>
        </p:txBody>
      </p:sp>
      <p:sp>
        <p:nvSpPr>
          <p:cNvPr id="1048602" name="Rectangle 3"/>
          <p:cNvSpPr/>
          <p:nvPr/>
        </p:nvSpPr>
        <p:spPr>
          <a:xfrm>
            <a:off x="318877" y="389917"/>
            <a:ext cx="2219353" cy="400110"/>
          </a:xfrm>
          <a:prstGeom prst="rect">
            <a:avLst/>
          </a:prstGeom>
          <a:solidFill>
            <a:srgbClr val="FFC000"/>
          </a:solidFill>
        </p:spPr>
        <p:txBody>
          <a:bodyPr wrap="square">
            <a:spAutoFit/>
          </a:bodyPr>
          <a:p>
            <a:r>
              <a:rPr lang="en-US" sz="2000" b="1" spc="300" dirty="0">
                <a:solidFill>
                  <a:srgbClr val="000000"/>
                </a:solidFill>
                <a:latin typeface="Myanmar Text" panose="020B0502040204020203" pitchFamily="34" charset="0"/>
                <a:ea typeface="Myanmar Text" panose="020B0502040204020203" pitchFamily="34" charset="0"/>
              </a:rPr>
              <a:t>Objectives</a:t>
            </a:r>
            <a:endParaRPr lang="en-PH" sz="2000" spc="3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54" name=""/>
        <p:cNvGrpSpPr/>
        <p:nvPr/>
      </p:nvGrpSpPr>
      <p:grpSpPr>
        <a:xfrm>
          <a:off x="0" y="0"/>
          <a:ext cx="0" cy="0"/>
          <a:chOff x="0" y="0"/>
          <a:chExt cx="0" cy="0"/>
        </a:xfrm>
      </p:grpSpPr>
      <p:sp>
        <p:nvSpPr>
          <p:cNvPr id="1048596" name="Rectangle 1"/>
          <p:cNvSpPr/>
          <p:nvPr/>
        </p:nvSpPr>
        <p:spPr>
          <a:xfrm>
            <a:off x="250825" y="273050"/>
            <a:ext cx="3702050" cy="701039"/>
          </a:xfrm>
          <a:prstGeom prst="rect">
            <a:avLst/>
          </a:prstGeom>
          <a:solidFill>
            <a:srgbClr val="FFC000"/>
          </a:solidFill>
        </p:spPr>
        <p:txBody>
          <a:bodyPr wrap="square">
            <a:spAutoFit/>
          </a:bodyPr>
          <a:p>
            <a:r>
              <a:rPr lang="en-US" altLang="en-US" sz="2000" spc="300" dirty="0"/>
              <a:t>Theoretical Framework</a:t>
            </a:r>
            <a:endParaRPr lang="en-US" altLang="en-US" sz="2000" spc="300" dirty="0"/>
          </a:p>
        </p:txBody>
      </p:sp>
      <p:sp>
        <p:nvSpPr>
          <p:cNvPr id="1048597" name="Content Placeholder 2"/>
          <p:cNvSpPr>
            <a:spLocks noGrp="1"/>
          </p:cNvSpPr>
          <p:nvPr>
            <p:ph idx="1"/>
          </p:nvPr>
        </p:nvSpPr>
        <p:spPr>
          <a:xfrm>
            <a:off x="585281" y="1077230"/>
            <a:ext cx="10515600" cy="5071285"/>
          </a:xfrm>
        </p:spPr>
        <p:txBody>
          <a:bodyPr>
            <a:noAutofit/>
          </a:bodyPr>
          <a:p>
            <a:pPr marL="0" indent="0">
              <a:buNone/>
            </a:pPr>
            <a:r>
              <a:rPr lang="en-US" altLang="en-US" sz="3500" dirty="0">
                <a:solidFill>
                  <a:srgbClr val="032E59"/>
                </a:solidFill>
              </a:rPr>
              <a:t>This study is anchored on Management Information Systems MIS Theory</a:t>
            </a:r>
            <a:r>
              <a:rPr lang="en-US" altLang="en-US" sz="3500" dirty="0">
                <a:solidFill>
                  <a:srgbClr val="032E59"/>
                </a:solidFill>
              </a:rPr>
              <a:t> </a:t>
            </a:r>
            <a:r>
              <a:rPr lang="en-US" altLang="en-US" sz="3500" dirty="0">
                <a:solidFill>
                  <a:srgbClr val="032E59"/>
                </a:solidFill>
              </a:rPr>
              <a:t>which highlights the role of technology in organizing and delivering information to support decision-making and efficiency Laudon et al., 2016</a:t>
            </a:r>
            <a:r>
              <a:rPr lang="en-US" altLang="en-US" sz="3500" dirty="0">
                <a:solidFill>
                  <a:srgbClr val="032E59"/>
                </a:solidFill>
              </a:rPr>
              <a:t> </a:t>
            </a:r>
            <a:r>
              <a:rPr lang="en-US" altLang="en-US" sz="3500" dirty="0">
                <a:solidFill>
                  <a:srgbClr val="032E59"/>
                </a:solidFill>
              </a:rPr>
              <a:t>Applying MIS principles, the system enables accurate tracking of student progress, attendance, and performance, enhancing transparency, accountability</a:t>
            </a:r>
            <a:r>
              <a:rPr lang="en-US" altLang="en-US" sz="3500" dirty="0">
                <a:solidFill>
                  <a:srgbClr val="032E59"/>
                </a:solidFill>
              </a:rPr>
              <a:t> </a:t>
            </a:r>
            <a:r>
              <a:rPr lang="en-US" altLang="en-US" sz="3500" dirty="0">
                <a:solidFill>
                  <a:srgbClr val="032E59"/>
                </a:solidFill>
              </a:rPr>
              <a:t>and collaboration.</a:t>
            </a:r>
            <a:endParaRPr lang="en-US" altLang="en-US" sz="3500" dirty="0">
              <a:solidFill>
                <a:srgbClr val="032E59"/>
              </a:solidFill>
            </a:endParaRPr>
          </a:p>
          <a:p>
            <a:pPr marL="0" indent="0">
              <a:buNone/>
            </a:pPr>
            <a:endParaRPr lang="en-US" altLang="en-US" sz="3500" dirty="0">
              <a:solidFill>
                <a:srgbClr val="032E59"/>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50" name=""/>
        <p:cNvGrpSpPr/>
        <p:nvPr/>
      </p:nvGrpSpPr>
      <p:grpSpPr>
        <a:xfrm>
          <a:off x="0" y="0"/>
          <a:ext cx="0" cy="0"/>
          <a:chOff x="0" y="0"/>
          <a:chExt cx="0" cy="0"/>
        </a:xfrm>
      </p:grpSpPr>
      <p:sp>
        <p:nvSpPr>
          <p:cNvPr id="1048590" name="Rectangle 1"/>
          <p:cNvSpPr/>
          <p:nvPr/>
        </p:nvSpPr>
        <p:spPr>
          <a:xfrm>
            <a:off x="250825" y="273050"/>
            <a:ext cx="1864685" cy="396240"/>
          </a:xfrm>
          <a:prstGeom prst="rect">
            <a:avLst/>
          </a:prstGeom>
          <a:solidFill>
            <a:srgbClr val="FFC000"/>
          </a:solidFill>
        </p:spPr>
        <p:txBody>
          <a:bodyPr wrap="square">
            <a:spAutoFit/>
          </a:bodyPr>
          <a:p>
            <a:r>
              <a:rPr lang="en-US" altLang="en-US" sz="2000" spc="300" dirty="0"/>
              <a:t>M</a:t>
            </a:r>
            <a:r>
              <a:rPr lang="en-US" altLang="en-US" sz="2000" spc="300" dirty="0"/>
              <a:t>e</a:t>
            </a:r>
            <a:r>
              <a:rPr lang="en-US" altLang="en-US" sz="2000" spc="300" dirty="0"/>
              <a:t>t</a:t>
            </a:r>
            <a:r>
              <a:rPr lang="en-US" altLang="en-US" sz="2000" spc="300" dirty="0"/>
              <a:t>h</a:t>
            </a:r>
            <a:r>
              <a:rPr lang="en-US" altLang="en-US" sz="2000" spc="300" dirty="0"/>
              <a:t>o</a:t>
            </a:r>
            <a:r>
              <a:rPr lang="en-US" altLang="en-US" sz="2000" spc="300" dirty="0"/>
              <a:t>d</a:t>
            </a:r>
            <a:r>
              <a:rPr lang="en-US" altLang="en-US" sz="2000" spc="300" dirty="0"/>
              <a:t>s</a:t>
            </a:r>
            <a:r>
              <a:rPr lang="en-US" altLang="en-US" sz="2000" spc="300" dirty="0"/>
              <a:t> </a:t>
            </a:r>
            <a:endParaRPr lang="en-US" altLang="en-US" sz="2000" spc="300" dirty="0"/>
          </a:p>
        </p:txBody>
      </p:sp>
      <p:sp>
        <p:nvSpPr>
          <p:cNvPr id="1048591" name="Content Placeholder 2"/>
          <p:cNvSpPr>
            <a:spLocks noGrp="1"/>
          </p:cNvSpPr>
          <p:nvPr>
            <p:ph idx="1"/>
          </p:nvPr>
        </p:nvSpPr>
        <p:spPr>
          <a:xfrm>
            <a:off x="585281" y="1077230"/>
            <a:ext cx="10515600" cy="5071285"/>
          </a:xfrm>
        </p:spPr>
        <p:txBody>
          <a:bodyPr>
            <a:noAutofit/>
          </a:bodyPr>
          <a:p>
            <a:pPr marL="0" indent="0">
              <a:buNone/>
            </a:pPr>
            <a:r>
              <a:rPr lang="en-US" altLang="en-US" sz="2700" b="1" dirty="0">
                <a:solidFill>
                  <a:srgbClr val="032E59"/>
                </a:solidFill>
              </a:rPr>
              <a:t>Research Design:</a:t>
            </a:r>
            <a:r>
              <a:rPr lang="en-US" altLang="en-US" sz="2700" dirty="0">
                <a:solidFill>
                  <a:srgbClr val="032E59"/>
                </a:solidFill>
              </a:rPr>
              <a:t> </a:t>
            </a:r>
            <a:r>
              <a:rPr lang="en-US" altLang="en-US" sz="2700" dirty="0">
                <a:solidFill>
                  <a:srgbClr val="032E59"/>
                </a:solidFill>
              </a:rPr>
              <a:t>The study used a Descriptive Developmental Research Design</a:t>
            </a:r>
            <a:endParaRPr lang="en-US" altLang="en-US" sz="2700" dirty="0">
              <a:solidFill>
                <a:srgbClr val="032E59"/>
              </a:solidFill>
            </a:endParaRPr>
          </a:p>
          <a:p>
            <a:pPr marL="0" indent="0">
              <a:buNone/>
            </a:pPr>
            <a:r>
              <a:rPr lang="en-US" altLang="en-US" sz="2700" b="1" dirty="0">
                <a:solidFill>
                  <a:srgbClr val="032E59"/>
                </a:solidFill>
              </a:rPr>
              <a:t>Respondents:</a:t>
            </a:r>
            <a:r>
              <a:rPr lang="en-US" altLang="en-US" sz="2700" dirty="0">
                <a:solidFill>
                  <a:srgbClr val="032E59"/>
                </a:solidFill>
              </a:rPr>
              <a:t> Professor </a:t>
            </a:r>
            <a:r>
              <a:rPr lang="en-US" altLang="en-US" sz="2700" dirty="0">
                <a:solidFill>
                  <a:srgbClr val="032E59"/>
                </a:solidFill>
              </a:rPr>
              <a:t>and students served as respondents.</a:t>
            </a:r>
            <a:endParaRPr lang="en-US" altLang="en-US" sz="2700" dirty="0">
              <a:solidFill>
                <a:srgbClr val="032E59"/>
              </a:solidFill>
            </a:endParaRPr>
          </a:p>
          <a:p>
            <a:pPr marL="0" indent="0">
              <a:buNone/>
            </a:pPr>
            <a:r>
              <a:rPr lang="en-US" altLang="en-US" sz="2700" b="1" dirty="0">
                <a:solidFill>
                  <a:srgbClr val="032E59"/>
                </a:solidFill>
              </a:rPr>
              <a:t>Research Environment: </a:t>
            </a:r>
            <a:r>
              <a:rPr lang="en-US" altLang="en-US" sz="2700" dirty="0">
                <a:solidFill>
                  <a:srgbClr val="032E59"/>
                </a:solidFill>
              </a:rPr>
              <a:t>The study was conducted at the JMRSU-TC campus.</a:t>
            </a:r>
            <a:endParaRPr lang="en-US" altLang="en-US" sz="2700" dirty="0">
              <a:solidFill>
                <a:srgbClr val="032E59"/>
              </a:solidFill>
            </a:endParaRPr>
          </a:p>
          <a:p>
            <a:pPr marL="0" indent="0">
              <a:buNone/>
            </a:pPr>
            <a:r>
              <a:rPr lang="en-US" altLang="en-US" sz="2700" b="1" dirty="0">
                <a:solidFill>
                  <a:srgbClr val="032E59"/>
                </a:solidFill>
              </a:rPr>
              <a:t>Statistical Tool:</a:t>
            </a:r>
            <a:r>
              <a:rPr lang="en-US" altLang="en-US" sz="2700" dirty="0">
                <a:solidFill>
                  <a:srgbClr val="032E59"/>
                </a:solidFill>
              </a:rPr>
              <a:t> </a:t>
            </a:r>
            <a:r>
              <a:rPr lang="en-US" altLang="en-US" sz="2700" dirty="0">
                <a:solidFill>
                  <a:srgbClr val="032E59"/>
                </a:solidFill>
              </a:rPr>
              <a:t>Frequency, Percentage, and Weighted Mean were used to interpret data.</a:t>
            </a:r>
            <a:endParaRPr lang="en-US" altLang="en-US" sz="2700" dirty="0">
              <a:solidFill>
                <a:srgbClr val="032E59"/>
              </a:solidFill>
            </a:endParaRPr>
          </a:p>
          <a:p>
            <a:pPr marL="0" indent="0">
              <a:buNone/>
            </a:pPr>
            <a:r>
              <a:rPr lang="en-US" altLang="en-US" sz="2700" b="1" dirty="0">
                <a:solidFill>
                  <a:srgbClr val="032E59"/>
                </a:solidFill>
              </a:rPr>
              <a:t>Project Management:</a:t>
            </a:r>
            <a:r>
              <a:rPr lang="en-US" altLang="en-US" sz="2700" dirty="0">
                <a:solidFill>
                  <a:srgbClr val="032E59"/>
                </a:solidFill>
              </a:rPr>
              <a:t> </a:t>
            </a:r>
            <a:r>
              <a:rPr lang="en-US" altLang="en-US" sz="2700" dirty="0">
                <a:solidFill>
                  <a:srgbClr val="032E59"/>
                </a:solidFill>
              </a:rPr>
              <a:t>The system was developed using the Agile Model</a:t>
            </a:r>
            <a:endParaRPr lang="en-US" altLang="en-US" sz="2700" dirty="0">
              <a:solidFill>
                <a:srgbClr val="032E59"/>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76" name=""/>
        <p:cNvGrpSpPr/>
        <p:nvPr/>
      </p:nvGrpSpPr>
      <p:grpSpPr>
        <a:xfrm>
          <a:off x="0" y="0"/>
          <a:ext cx="0" cy="0"/>
          <a:chOff x="0" y="0"/>
          <a:chExt cx="0" cy="0"/>
        </a:xfrm>
      </p:grpSpPr>
      <p:sp>
        <p:nvSpPr>
          <p:cNvPr id="1048635" name="Rectangle 1"/>
          <p:cNvSpPr/>
          <p:nvPr/>
        </p:nvSpPr>
        <p:spPr>
          <a:xfrm>
            <a:off x="250825" y="273050"/>
            <a:ext cx="1864685" cy="398780"/>
          </a:xfrm>
          <a:prstGeom prst="rect">
            <a:avLst/>
          </a:prstGeom>
          <a:solidFill>
            <a:srgbClr val="FFC000"/>
          </a:solidFill>
        </p:spPr>
        <p:txBody>
          <a:bodyPr wrap="square">
            <a:spAutoFit/>
          </a:bodyPr>
          <a:p>
            <a:r>
              <a:rPr lang="en-US" altLang="en-US" sz="2000" spc="300" dirty="0"/>
              <a:t>Reference </a:t>
            </a:r>
            <a:endParaRPr lang="en-US" altLang="en-US" sz="2000" spc="300" dirty="0"/>
          </a:p>
        </p:txBody>
      </p:sp>
      <p:sp>
        <p:nvSpPr>
          <p:cNvPr id="1048636" name="Content Placeholder 2"/>
          <p:cNvSpPr>
            <a:spLocks noGrp="1"/>
          </p:cNvSpPr>
          <p:nvPr>
            <p:ph idx="1"/>
          </p:nvPr>
        </p:nvSpPr>
        <p:spPr>
          <a:xfrm>
            <a:off x="585281" y="1317895"/>
            <a:ext cx="10515600" cy="5071285"/>
          </a:xfrm>
        </p:spPr>
        <p:txBody>
          <a:bodyPr>
            <a:noAutofit/>
          </a:bodyPr>
          <a:p>
            <a:pPr marL="0" indent="0">
              <a:buNone/>
            </a:pPr>
            <a:r>
              <a:rPr lang="en-US" altLang="en-US" sz="3200" dirty="0">
                <a:solidFill>
                  <a:srgbClr val="032E59"/>
                </a:solidFill>
              </a:rPr>
              <a:t>Laudon, K. C., &amp; Laudon, J. P. (2016). Management information systems: Managing the digital firm (14th ed.). Pearson Education</a:t>
            </a:r>
            <a:endParaRPr lang="en-US" altLang="en-US" sz="3200" dirty="0">
              <a:solidFill>
                <a:srgbClr val="032E59"/>
              </a:solidFill>
            </a:endParaRPr>
          </a:p>
        </p:txBody>
      </p:sp>
      <p:sp>
        <p:nvSpPr>
          <p:cNvPr id="1" name="Text Box 0"/>
          <p:cNvSpPr txBox="1"/>
          <p:nvPr/>
        </p:nvSpPr>
        <p:spPr>
          <a:xfrm>
            <a:off x="-443230" y="4465320"/>
            <a:ext cx="4064000" cy="368300"/>
          </a:xfrm>
          <a:prstGeom prst="rect">
            <a:avLst/>
          </a:prstGeom>
          <a:noFill/>
        </p:spPr>
        <p:txBody>
          <a:bodyPr wrap="square" rtlCol="0">
            <a:spAutoFit/>
          </a:bodyPr>
          <a:p>
            <a:endParaRPr 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48" name=""/>
        <p:cNvGrpSpPr/>
        <p:nvPr/>
      </p:nvGrpSpPr>
      <p:grpSpPr>
        <a:xfrm>
          <a:off x="0" y="0"/>
          <a:ext cx="0" cy="0"/>
          <a:chOff x="0" y="0"/>
          <a:chExt cx="0" cy="0"/>
        </a:xfrm>
      </p:grpSpPr>
      <p:sp>
        <p:nvSpPr>
          <p:cNvPr id="1048586" name="Rectangle 1"/>
          <p:cNvSpPr/>
          <p:nvPr/>
        </p:nvSpPr>
        <p:spPr>
          <a:xfrm>
            <a:off x="250783" y="273185"/>
            <a:ext cx="2219353" cy="629920"/>
          </a:xfrm>
          <a:prstGeom prst="rect">
            <a:avLst/>
          </a:prstGeom>
          <a:solidFill>
            <a:srgbClr val="FFC000"/>
          </a:solidFill>
        </p:spPr>
        <p:txBody>
          <a:bodyPr wrap="square">
            <a:spAutoFit/>
          </a:bodyPr>
          <a:p>
            <a:r>
              <a:rPr lang="en-US" altLang="en-PH" sz="3500" spc="300" dirty="0"/>
              <a:t>Title:3</a:t>
            </a:r>
            <a:endParaRPr lang="en-US" altLang="en-PH" sz="3500" spc="300" dirty="0"/>
          </a:p>
        </p:txBody>
      </p:sp>
      <p:sp>
        <p:nvSpPr>
          <p:cNvPr id="1048587" name="Content Placeholder 2"/>
          <p:cNvSpPr>
            <a:spLocks noGrp="1"/>
          </p:cNvSpPr>
          <p:nvPr>
            <p:ph idx="1"/>
          </p:nvPr>
        </p:nvSpPr>
        <p:spPr>
          <a:xfrm>
            <a:off x="585281" y="1076595"/>
            <a:ext cx="10515600" cy="5071285"/>
          </a:xfrm>
        </p:spPr>
        <p:txBody>
          <a:bodyPr>
            <a:noAutofit/>
          </a:bodyPr>
          <a:p>
            <a:pPr marL="0" indent="0" algn="ctr">
              <a:buNone/>
            </a:pPr>
            <a:endParaRPr lang="en-US" altLang="en-US" sz="3500" dirty="0">
              <a:solidFill>
                <a:srgbClr val="032E59"/>
              </a:solidFill>
            </a:endParaRPr>
          </a:p>
          <a:p>
            <a:pPr marL="0" indent="0" algn="ctr">
              <a:buNone/>
            </a:pPr>
            <a:endParaRPr lang="en-US" altLang="en-US" sz="3500" dirty="0">
              <a:solidFill>
                <a:srgbClr val="032E59"/>
              </a:solidFill>
            </a:endParaRPr>
          </a:p>
          <a:p>
            <a:pPr marL="0" indent="0" algn="ctr">
              <a:buNone/>
            </a:pPr>
            <a:endParaRPr lang="en-US" altLang="en-US" sz="3500" dirty="0">
              <a:solidFill>
                <a:srgbClr val="032E59"/>
              </a:solidFill>
            </a:endParaRPr>
          </a:p>
          <a:p>
            <a:pPr marL="0" indent="0" algn="ctr">
              <a:buNone/>
            </a:pPr>
            <a:r>
              <a:rPr lang="en-US" altLang="en-US" sz="4400" b="1" dirty="0">
                <a:solidFill>
                  <a:srgbClr val="032E59"/>
                </a:solidFill>
                <a:sym typeface="+mn-ea"/>
              </a:rPr>
              <a:t>Online Faculty Consultation System</a:t>
            </a:r>
            <a:endParaRPr lang="en-US" altLang="en-US" sz="4400" b="1" dirty="0">
              <a:solidFill>
                <a:srgbClr val="032E59"/>
              </a:solidFill>
            </a:endParaRPr>
          </a:p>
          <a:p>
            <a:pPr marL="0" indent="0" algn="ctr">
              <a:buNone/>
            </a:pPr>
            <a:endParaRPr lang="en-US" altLang="en-US" sz="4400" dirty="0">
              <a:solidFill>
                <a:srgbClr val="032E59"/>
              </a:solidFill>
            </a:endParaRPr>
          </a:p>
          <a:p>
            <a:pPr marL="0" indent="0" algn="ctr">
              <a:buNone/>
            </a:pPr>
            <a:endParaRPr lang="en-US" altLang="en-US" sz="3500" dirty="0">
              <a:solidFill>
                <a:srgbClr val="032E59"/>
              </a:solidFill>
            </a:endParaRPr>
          </a:p>
          <a:p>
            <a:pPr marL="0" indent="0" algn="ctr">
              <a:buNone/>
            </a:pPr>
            <a:endParaRPr lang="en-US" altLang="en-US" sz="3500" dirty="0">
              <a:solidFill>
                <a:srgbClr val="032E59"/>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49" name=""/>
        <p:cNvGrpSpPr/>
        <p:nvPr/>
      </p:nvGrpSpPr>
      <p:grpSpPr>
        <a:xfrm>
          <a:off x="0" y="0"/>
          <a:ext cx="0" cy="0"/>
          <a:chOff x="0" y="0"/>
          <a:chExt cx="0" cy="0"/>
        </a:xfrm>
      </p:grpSpPr>
      <p:sp>
        <p:nvSpPr>
          <p:cNvPr id="1048588" name="Rectangle 1"/>
          <p:cNvSpPr/>
          <p:nvPr/>
        </p:nvSpPr>
        <p:spPr>
          <a:xfrm>
            <a:off x="250783" y="273185"/>
            <a:ext cx="2219353" cy="400110"/>
          </a:xfrm>
          <a:prstGeom prst="rect">
            <a:avLst/>
          </a:prstGeom>
          <a:solidFill>
            <a:srgbClr val="FFC000"/>
          </a:solidFill>
        </p:spPr>
        <p:txBody>
          <a:bodyPr wrap="square">
            <a:spAutoFit/>
          </a:bodyPr>
          <a:p>
            <a:r>
              <a:rPr lang="en-US" sz="2000" b="1" spc="300" dirty="0">
                <a:solidFill>
                  <a:srgbClr val="000000"/>
                </a:solidFill>
                <a:latin typeface="Myanmar Text" panose="020B0502040204020203" pitchFamily="34" charset="0"/>
                <a:ea typeface="Myanmar Text" panose="020B0502040204020203" pitchFamily="34" charset="0"/>
              </a:rPr>
              <a:t>Background</a:t>
            </a:r>
            <a:endParaRPr lang="en-PH" sz="2000" spc="300" dirty="0"/>
          </a:p>
        </p:txBody>
      </p:sp>
      <p:sp>
        <p:nvSpPr>
          <p:cNvPr id="1048589" name="Content Placeholder 2"/>
          <p:cNvSpPr>
            <a:spLocks noGrp="1"/>
          </p:cNvSpPr>
          <p:nvPr>
            <p:ph idx="1"/>
          </p:nvPr>
        </p:nvSpPr>
        <p:spPr>
          <a:xfrm>
            <a:off x="585281" y="1076595"/>
            <a:ext cx="10515600" cy="5071285"/>
          </a:xfrm>
        </p:spPr>
        <p:txBody>
          <a:bodyPr>
            <a:noAutofit/>
          </a:bodyPr>
          <a:p>
            <a:pPr marL="0" indent="0">
              <a:buNone/>
            </a:pPr>
            <a:r>
              <a:rPr lang="en-US" altLang="en-US" sz="3000" dirty="0">
                <a:solidFill>
                  <a:srgbClr val="032E59"/>
                </a:solidFill>
              </a:rPr>
              <a:t>Current Situation</a:t>
            </a:r>
            <a:endParaRPr lang="en-US" altLang="en-US" sz="3000" dirty="0">
              <a:solidFill>
                <a:srgbClr val="032E59"/>
              </a:solidFill>
            </a:endParaRPr>
          </a:p>
          <a:p>
            <a:pPr marL="0" indent="0">
              <a:buNone/>
            </a:pPr>
            <a:endParaRPr lang="en-US" altLang="en-US" sz="3000" dirty="0">
              <a:solidFill>
                <a:srgbClr val="032E59"/>
              </a:solidFill>
            </a:endParaRPr>
          </a:p>
          <a:p>
            <a:pPr marL="0" indent="0">
              <a:buNone/>
            </a:pPr>
            <a:r>
              <a:rPr lang="en-US" altLang="en-US" sz="3000" dirty="0">
                <a:solidFill>
                  <a:srgbClr val="032E59"/>
                </a:solidFill>
              </a:rPr>
              <a:t>• Faculty consultation scheduled manually via phone or email</a:t>
            </a:r>
            <a:endParaRPr lang="en-US" altLang="en-US" sz="3000" dirty="0">
              <a:solidFill>
                <a:srgbClr val="032E59"/>
              </a:solidFill>
            </a:endParaRPr>
          </a:p>
          <a:p>
            <a:pPr marL="0" indent="0">
              <a:buNone/>
            </a:pPr>
            <a:r>
              <a:rPr lang="en-US" altLang="en-US" sz="3000" dirty="0">
                <a:solidFill>
                  <a:srgbClr val="032E59"/>
                </a:solidFill>
              </a:rPr>
              <a:t>• Students visit offices without prior confirmation</a:t>
            </a:r>
            <a:endParaRPr lang="en-US" altLang="en-US" sz="3000" dirty="0">
              <a:solidFill>
                <a:srgbClr val="032E59"/>
              </a:solidFill>
            </a:endParaRPr>
          </a:p>
          <a:p>
            <a:pPr marL="0" indent="0">
              <a:buNone/>
            </a:pPr>
            <a:r>
              <a:rPr lang="en-US" altLang="en-US" sz="3000" dirty="0">
                <a:solidFill>
                  <a:srgbClr val="032E59"/>
                </a:solidFill>
              </a:rPr>
              <a:t>• Logs of consultations recorded manually</a:t>
            </a:r>
            <a:endParaRPr lang="en-US" altLang="en-US" sz="3000" dirty="0">
              <a:solidFill>
                <a:srgbClr val="032E59"/>
              </a:solidFill>
            </a:endParaRPr>
          </a:p>
          <a:p>
            <a:pPr marL="0" indent="0">
              <a:buNone/>
            </a:pPr>
            <a:r>
              <a:rPr lang="en-US" altLang="en-US" sz="3000" dirty="0">
                <a:solidFill>
                  <a:srgbClr val="032E59"/>
                </a:solidFill>
              </a:rPr>
              <a:t>• Feedback and follow-ups not systematically tracked</a:t>
            </a:r>
            <a:endParaRPr lang="en-US" altLang="en-US" sz="3000" dirty="0">
              <a:solidFill>
                <a:srgbClr val="032E59"/>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53" name=""/>
        <p:cNvGrpSpPr/>
        <p:nvPr/>
      </p:nvGrpSpPr>
      <p:grpSpPr>
        <a:xfrm>
          <a:off x="0" y="0"/>
          <a:ext cx="0" cy="0"/>
          <a:chOff x="0" y="0"/>
          <a:chExt cx="0" cy="0"/>
        </a:xfrm>
      </p:grpSpPr>
      <p:sp>
        <p:nvSpPr>
          <p:cNvPr id="1048594" name="Rectangle 1"/>
          <p:cNvSpPr/>
          <p:nvPr/>
        </p:nvSpPr>
        <p:spPr>
          <a:xfrm>
            <a:off x="250783" y="273185"/>
            <a:ext cx="2219353" cy="400110"/>
          </a:xfrm>
          <a:prstGeom prst="rect">
            <a:avLst/>
          </a:prstGeom>
          <a:solidFill>
            <a:srgbClr val="FFC000"/>
          </a:solidFill>
        </p:spPr>
        <p:txBody>
          <a:bodyPr wrap="square">
            <a:spAutoFit/>
          </a:bodyPr>
          <a:p>
            <a:r>
              <a:rPr lang="en-US" sz="2000" b="1" spc="300" dirty="0">
                <a:solidFill>
                  <a:srgbClr val="000000"/>
                </a:solidFill>
                <a:latin typeface="Myanmar Text" panose="020B0502040204020203" pitchFamily="34" charset="0"/>
                <a:ea typeface="Myanmar Text" panose="020B0502040204020203" pitchFamily="34" charset="0"/>
              </a:rPr>
              <a:t>Background</a:t>
            </a:r>
            <a:endParaRPr lang="en-PH" sz="2000" spc="300" dirty="0"/>
          </a:p>
        </p:txBody>
      </p:sp>
      <p:sp>
        <p:nvSpPr>
          <p:cNvPr id="1048595" name="Content Placeholder 2"/>
          <p:cNvSpPr>
            <a:spLocks noGrp="1"/>
          </p:cNvSpPr>
          <p:nvPr>
            <p:ph idx="1"/>
          </p:nvPr>
        </p:nvSpPr>
        <p:spPr>
          <a:xfrm>
            <a:off x="585281" y="1076595"/>
            <a:ext cx="10515600" cy="5071285"/>
          </a:xfrm>
        </p:spPr>
        <p:txBody>
          <a:bodyPr>
            <a:noAutofit/>
          </a:bodyPr>
          <a:p>
            <a:pPr marL="0" indent="0">
              <a:buNone/>
            </a:pPr>
            <a:r>
              <a:rPr lang="en-US" altLang="en-US" sz="3000" dirty="0">
                <a:solidFill>
                  <a:srgbClr val="032E59"/>
                </a:solidFill>
              </a:rPr>
              <a:t>Resulting Problems</a:t>
            </a:r>
            <a:endParaRPr lang="en-US" altLang="en-US" sz="3000" dirty="0">
              <a:solidFill>
                <a:srgbClr val="032E59"/>
              </a:solidFill>
            </a:endParaRPr>
          </a:p>
          <a:p>
            <a:pPr marL="0" indent="0">
              <a:buNone/>
            </a:pPr>
            <a:endParaRPr lang="en-US" altLang="en-US" sz="3000" dirty="0">
              <a:solidFill>
                <a:srgbClr val="032E59"/>
              </a:solidFill>
            </a:endParaRPr>
          </a:p>
          <a:p>
            <a:pPr marL="0" indent="0">
              <a:buNone/>
            </a:pPr>
            <a:r>
              <a:rPr lang="en-US" altLang="en-US" sz="3000" dirty="0">
                <a:solidFill>
                  <a:srgbClr val="032E59"/>
                </a:solidFill>
              </a:rPr>
              <a:t>• Scheduling conflicts and missed appointments</a:t>
            </a:r>
            <a:endParaRPr lang="en-US" altLang="en-US" sz="3000" dirty="0">
              <a:solidFill>
                <a:srgbClr val="032E59"/>
              </a:solidFill>
            </a:endParaRPr>
          </a:p>
          <a:p>
            <a:pPr marL="0" indent="0">
              <a:buNone/>
            </a:pPr>
            <a:r>
              <a:rPr lang="en-US" altLang="en-US" sz="3000" dirty="0">
                <a:solidFill>
                  <a:srgbClr val="032E59"/>
                </a:solidFill>
              </a:rPr>
              <a:t>• Time-consuming for both students and faculty</a:t>
            </a:r>
            <a:endParaRPr lang="en-US" altLang="en-US" sz="3000" dirty="0">
              <a:solidFill>
                <a:srgbClr val="032E59"/>
              </a:solidFill>
            </a:endParaRPr>
          </a:p>
          <a:p>
            <a:pPr marL="0" indent="0">
              <a:buNone/>
            </a:pPr>
            <a:r>
              <a:rPr lang="en-US" altLang="en-US" sz="3000" dirty="0">
                <a:solidFill>
                  <a:srgbClr val="032E59"/>
                </a:solidFill>
              </a:rPr>
              <a:t>• Difficulty monitoring consultation history</a:t>
            </a:r>
            <a:endParaRPr lang="en-US" altLang="en-US" sz="3000" dirty="0">
              <a:solidFill>
                <a:srgbClr val="032E59"/>
              </a:solidFill>
            </a:endParaRPr>
          </a:p>
          <a:p>
            <a:pPr marL="0" indent="0">
              <a:buNone/>
            </a:pPr>
            <a:r>
              <a:rPr lang="en-US" altLang="en-US" sz="3000" dirty="0">
                <a:solidFill>
                  <a:srgbClr val="032E59"/>
                </a:solidFill>
              </a:rPr>
              <a:t>• Limited accessibility and inefficient communication</a:t>
            </a:r>
            <a:endParaRPr lang="en-US" altLang="en-US" sz="3000" dirty="0">
              <a:solidFill>
                <a:srgbClr val="032E59"/>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57" name=""/>
        <p:cNvGrpSpPr/>
        <p:nvPr/>
      </p:nvGrpSpPr>
      <p:grpSpPr>
        <a:xfrm>
          <a:off x="0" y="0"/>
          <a:ext cx="0" cy="0"/>
          <a:chOff x="0" y="0"/>
          <a:chExt cx="0" cy="0"/>
        </a:xfrm>
      </p:grpSpPr>
      <p:sp>
        <p:nvSpPr>
          <p:cNvPr id="1048600" name="Rectangle 1"/>
          <p:cNvSpPr/>
          <p:nvPr/>
        </p:nvSpPr>
        <p:spPr>
          <a:xfrm>
            <a:off x="250783" y="273185"/>
            <a:ext cx="2219353" cy="400110"/>
          </a:xfrm>
          <a:prstGeom prst="rect">
            <a:avLst/>
          </a:prstGeom>
          <a:solidFill>
            <a:srgbClr val="FFC000"/>
          </a:solidFill>
        </p:spPr>
        <p:txBody>
          <a:bodyPr wrap="square">
            <a:spAutoFit/>
          </a:bodyPr>
          <a:p>
            <a:r>
              <a:rPr lang="en-US" sz="2000" b="1" spc="300" dirty="0">
                <a:solidFill>
                  <a:srgbClr val="000000"/>
                </a:solidFill>
                <a:latin typeface="Myanmar Text" panose="020B0502040204020203" pitchFamily="34" charset="0"/>
                <a:ea typeface="Myanmar Text" panose="020B0502040204020203" pitchFamily="34" charset="0"/>
              </a:rPr>
              <a:t>Background</a:t>
            </a:r>
            <a:endParaRPr lang="en-PH" sz="2000" spc="300" dirty="0"/>
          </a:p>
        </p:txBody>
      </p:sp>
      <p:pic>
        <p:nvPicPr>
          <p:cNvPr id="2097152" name="Content Placeholder 3" descr="Online Faculty Consu"/>
          <p:cNvPicPr>
            <a:picLocks noChangeAspect="1"/>
          </p:cNvPicPr>
          <p:nvPr>
            <p:ph idx="1"/>
          </p:nvPr>
        </p:nvPicPr>
        <p:blipFill>
          <a:blip r:embed="rId2"/>
          <a:stretch>
            <a:fillRect/>
          </a:stretch>
        </p:blipFill>
        <p:spPr>
          <a:xfrm>
            <a:off x="3154045" y="1076325"/>
            <a:ext cx="5883910" cy="507174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86" name=""/>
        <p:cNvGrpSpPr/>
        <p:nvPr/>
      </p:nvGrpSpPr>
      <p:grpSpPr>
        <a:xfrm>
          <a:off x="0" y="0"/>
          <a:ext cx="0" cy="0"/>
          <a:chOff x="0" y="0"/>
          <a:chExt cx="0" cy="0"/>
        </a:xfrm>
      </p:grpSpPr>
      <p:sp>
        <p:nvSpPr>
          <p:cNvPr id="1048652" name="Rectangle 1"/>
          <p:cNvSpPr/>
          <p:nvPr/>
        </p:nvSpPr>
        <p:spPr>
          <a:xfrm>
            <a:off x="250783" y="273185"/>
            <a:ext cx="2219353" cy="400110"/>
          </a:xfrm>
          <a:prstGeom prst="rect">
            <a:avLst/>
          </a:prstGeom>
          <a:solidFill>
            <a:srgbClr val="FFC000"/>
          </a:solidFill>
        </p:spPr>
        <p:txBody>
          <a:bodyPr wrap="square">
            <a:spAutoFit/>
          </a:bodyPr>
          <a:p>
            <a:r>
              <a:rPr lang="en-US" sz="2000" b="1" spc="300" dirty="0">
                <a:solidFill>
                  <a:srgbClr val="000000"/>
                </a:solidFill>
                <a:latin typeface="Myanmar Text" panose="020B0502040204020203" pitchFamily="34" charset="0"/>
                <a:ea typeface="Myanmar Text" panose="020B0502040204020203" pitchFamily="34" charset="0"/>
              </a:rPr>
              <a:t>Background</a:t>
            </a:r>
            <a:endParaRPr lang="en-PH" sz="2000" spc="300" dirty="0"/>
          </a:p>
        </p:txBody>
      </p:sp>
      <p:sp>
        <p:nvSpPr>
          <p:cNvPr id="1048653" name="Content Placeholder 2"/>
          <p:cNvSpPr>
            <a:spLocks noGrp="1"/>
          </p:cNvSpPr>
          <p:nvPr>
            <p:ph idx="1"/>
          </p:nvPr>
        </p:nvSpPr>
        <p:spPr>
          <a:xfrm>
            <a:off x="585281" y="1076595"/>
            <a:ext cx="10515600" cy="5071285"/>
          </a:xfrm>
        </p:spPr>
        <p:txBody>
          <a:bodyPr>
            <a:noAutofit/>
          </a:bodyPr>
          <a:p>
            <a:pPr marL="0" indent="0">
              <a:buNone/>
            </a:pPr>
            <a:r>
              <a:rPr lang="en-US" altLang="en-US" sz="3000" dirty="0">
                <a:solidFill>
                  <a:srgbClr val="032E59"/>
                </a:solidFill>
              </a:rPr>
              <a:t>Benefits of the System</a:t>
            </a:r>
            <a:endParaRPr lang="en-US" altLang="en-US" sz="3000" dirty="0">
              <a:solidFill>
                <a:srgbClr val="032E59"/>
              </a:solidFill>
            </a:endParaRPr>
          </a:p>
          <a:p>
            <a:pPr marL="0" indent="0">
              <a:buNone/>
            </a:pPr>
            <a:endParaRPr lang="en-US" altLang="en-US" sz="3000" dirty="0">
              <a:solidFill>
                <a:srgbClr val="032E59"/>
              </a:solidFill>
            </a:endParaRPr>
          </a:p>
          <a:p>
            <a:pPr marL="0" indent="0">
              <a:buNone/>
            </a:pPr>
            <a:r>
              <a:rPr lang="en-US" altLang="en-US" sz="3000" dirty="0">
                <a:solidFill>
                  <a:srgbClr val="032E59"/>
                </a:solidFill>
              </a:rPr>
              <a:t>• Efficient online scheduling and approval</a:t>
            </a:r>
            <a:endParaRPr lang="en-US" altLang="en-US" sz="3000" dirty="0">
              <a:solidFill>
                <a:srgbClr val="032E59"/>
              </a:solidFill>
            </a:endParaRPr>
          </a:p>
          <a:p>
            <a:pPr marL="0" indent="0">
              <a:buNone/>
            </a:pPr>
            <a:r>
              <a:rPr lang="en-US" altLang="en-US" sz="3000" dirty="0">
                <a:solidFill>
                  <a:srgbClr val="032E59"/>
                </a:solidFill>
              </a:rPr>
              <a:t>• Real-time tracking of consultation logs</a:t>
            </a:r>
            <a:endParaRPr lang="en-US" altLang="en-US" sz="3000" dirty="0">
              <a:solidFill>
                <a:srgbClr val="032E59"/>
              </a:solidFill>
            </a:endParaRPr>
          </a:p>
          <a:p>
            <a:pPr marL="0" indent="0">
              <a:buNone/>
            </a:pPr>
            <a:r>
              <a:rPr lang="en-US" altLang="en-US" sz="3000" dirty="0">
                <a:solidFill>
                  <a:srgbClr val="032E59"/>
                </a:solidFill>
              </a:rPr>
              <a:t>• Reduces missed appointments</a:t>
            </a:r>
            <a:endParaRPr lang="en-US" altLang="en-US" sz="3000" dirty="0">
              <a:solidFill>
                <a:srgbClr val="032E59"/>
              </a:solidFill>
            </a:endParaRPr>
          </a:p>
          <a:p>
            <a:pPr marL="0" indent="0">
              <a:buNone/>
            </a:pPr>
            <a:r>
              <a:rPr lang="en-US" altLang="en-US" sz="3000" dirty="0">
                <a:solidFill>
                  <a:srgbClr val="032E59"/>
                </a:solidFill>
              </a:rPr>
              <a:t>• Improves communication between students and faculty</a:t>
            </a:r>
            <a:endParaRPr lang="en-US" altLang="en-US" sz="3000" dirty="0">
              <a:solidFill>
                <a:srgbClr val="032E59"/>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90" name=""/>
        <p:cNvGrpSpPr/>
        <p:nvPr/>
      </p:nvGrpSpPr>
      <p:grpSpPr>
        <a:xfrm>
          <a:off x="0" y="0"/>
          <a:ext cx="0" cy="0"/>
          <a:chOff x="0" y="0"/>
          <a:chExt cx="0" cy="0"/>
        </a:xfrm>
      </p:grpSpPr>
      <p:sp>
        <p:nvSpPr>
          <p:cNvPr id="1048658" name="Content Placeholder 2"/>
          <p:cNvSpPr>
            <a:spLocks noGrp="1"/>
          </p:cNvSpPr>
          <p:nvPr>
            <p:ph idx="1"/>
          </p:nvPr>
        </p:nvSpPr>
        <p:spPr>
          <a:xfrm>
            <a:off x="585470" y="1278255"/>
            <a:ext cx="11243310" cy="5274945"/>
          </a:xfrm>
        </p:spPr>
        <p:txBody>
          <a:bodyPr>
            <a:noAutofit/>
          </a:bodyPr>
          <a:p>
            <a:pPr marL="0" indent="0" algn="l">
              <a:buNone/>
            </a:pPr>
            <a:r>
              <a:rPr lang="en-US" altLang="en-US" dirty="0">
                <a:solidFill>
                  <a:srgbClr val="032E59"/>
                </a:solidFill>
              </a:rPr>
              <a:t>Faculty consultation is currently scheduled manually through phone, email, or walk-ins which is inefficient and prone to errors.</a:t>
            </a:r>
            <a:endParaRPr lang="en-US" altLang="en-US" dirty="0">
              <a:solidFill>
                <a:srgbClr val="032E59"/>
              </a:solidFill>
            </a:endParaRPr>
          </a:p>
          <a:p>
            <a:pPr marL="514350" indent="-514350" algn="l">
              <a:buAutoNum type="arabicPeriod"/>
            </a:pPr>
            <a:r>
              <a:rPr lang="en-US" altLang="en-US" dirty="0">
                <a:solidFill>
                  <a:srgbClr val="032E59"/>
                </a:solidFill>
              </a:rPr>
              <a:t>How can the consultation scheduling process be automated to reduce conflicts and missed appointments?</a:t>
            </a:r>
            <a:endParaRPr lang="en-US" altLang="en-US" dirty="0">
              <a:solidFill>
                <a:srgbClr val="032E59"/>
              </a:solidFill>
            </a:endParaRPr>
          </a:p>
          <a:p>
            <a:pPr marL="514350" indent="-514350" algn="l">
              <a:buAutoNum type="arabicPeriod"/>
            </a:pPr>
            <a:r>
              <a:rPr lang="en-US" altLang="en-US" dirty="0">
                <a:solidFill>
                  <a:srgbClr val="032E59"/>
                </a:solidFill>
              </a:rPr>
              <a:t>How can students and faculty track consultations in real-time?</a:t>
            </a:r>
            <a:endParaRPr lang="en-US" altLang="en-US" dirty="0">
              <a:solidFill>
                <a:srgbClr val="032E59"/>
              </a:solidFill>
            </a:endParaRPr>
          </a:p>
          <a:p>
            <a:pPr marL="514350" indent="-514350" algn="l">
              <a:buAutoNum type="arabicPeriod"/>
            </a:pPr>
            <a:r>
              <a:rPr lang="en-US" altLang="en-US" dirty="0">
                <a:solidFill>
                  <a:srgbClr val="032E59"/>
                </a:solidFill>
              </a:rPr>
              <a:t>How can consultation logs and records be managed digitally to improve accessibility and efficiency?</a:t>
            </a:r>
            <a:endParaRPr lang="en-US" altLang="en-US" dirty="0">
              <a:solidFill>
                <a:srgbClr val="032E59"/>
              </a:solidFill>
            </a:endParaRPr>
          </a:p>
          <a:p>
            <a:pPr marL="514350" indent="-514350" algn="l">
              <a:buAutoNum type="arabicPeriod"/>
            </a:pPr>
            <a:r>
              <a:rPr lang="en-US" altLang="en-US" dirty="0">
                <a:solidFill>
                  <a:srgbClr val="032E59"/>
                </a:solidFill>
              </a:rPr>
              <a:t>How can the system improve communication between students and faculty during consultation?</a:t>
            </a:r>
            <a:endParaRPr lang="en-US" altLang="en-US" dirty="0">
              <a:solidFill>
                <a:srgbClr val="032E59"/>
              </a:solidFill>
            </a:endParaRPr>
          </a:p>
        </p:txBody>
      </p:sp>
      <p:sp>
        <p:nvSpPr>
          <p:cNvPr id="1048659" name="Rectangle 3"/>
          <p:cNvSpPr/>
          <p:nvPr/>
        </p:nvSpPr>
        <p:spPr>
          <a:xfrm>
            <a:off x="318770" y="389890"/>
            <a:ext cx="4253865" cy="701040"/>
          </a:xfrm>
          <a:prstGeom prst="rect">
            <a:avLst/>
          </a:prstGeom>
          <a:solidFill>
            <a:srgbClr val="FFC000"/>
          </a:solidFill>
        </p:spPr>
        <p:txBody>
          <a:bodyPr wrap="square">
            <a:spAutoFit/>
          </a:bodyPr>
          <a:p>
            <a:r>
              <a:rPr lang="en-US" altLang="en-PH" sz="2000" spc="300" dirty="0"/>
              <a:t>Statement of the Problem</a:t>
            </a:r>
            <a:endParaRPr lang="en-US" altLang="en-PH" sz="2000" spc="3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91" name=""/>
        <p:cNvGrpSpPr/>
        <p:nvPr/>
      </p:nvGrpSpPr>
      <p:grpSpPr>
        <a:xfrm>
          <a:off x="0" y="0"/>
          <a:ext cx="0" cy="0"/>
          <a:chOff x="0" y="0"/>
          <a:chExt cx="0" cy="0"/>
        </a:xfrm>
      </p:grpSpPr>
      <p:sp>
        <p:nvSpPr>
          <p:cNvPr id="1048660" name="Content Placeholder 2"/>
          <p:cNvSpPr>
            <a:spLocks noGrp="1"/>
          </p:cNvSpPr>
          <p:nvPr>
            <p:ph idx="1"/>
          </p:nvPr>
        </p:nvSpPr>
        <p:spPr>
          <a:xfrm>
            <a:off x="585280" y="1076595"/>
            <a:ext cx="11243553" cy="5391487"/>
          </a:xfrm>
        </p:spPr>
        <p:txBody>
          <a:bodyPr>
            <a:noAutofit/>
          </a:bodyPr>
          <a:p>
            <a:pPr marL="0" indent="0">
              <a:buNone/>
            </a:pPr>
            <a:r>
              <a:rPr lang="en-US" altLang="en-US" sz="3500" dirty="0">
                <a:solidFill>
                  <a:srgbClr val="032E59"/>
                </a:solidFill>
              </a:rPr>
              <a:t>General Objective</a:t>
            </a:r>
            <a:endParaRPr lang="en-US" altLang="en-US" sz="3500" dirty="0">
              <a:solidFill>
                <a:srgbClr val="032E59"/>
              </a:solidFill>
            </a:endParaRPr>
          </a:p>
          <a:p>
            <a:pPr marL="0" indent="0">
              <a:buNone/>
            </a:pPr>
            <a:endParaRPr lang="en-US" altLang="en-US" sz="3500" dirty="0">
              <a:solidFill>
                <a:srgbClr val="032E59"/>
              </a:solidFill>
            </a:endParaRPr>
          </a:p>
          <a:p>
            <a:pPr marL="0" indent="0">
              <a:buNone/>
            </a:pPr>
            <a:r>
              <a:rPr lang="en-US" altLang="en-US" sz="3500" dirty="0">
                <a:solidFill>
                  <a:srgbClr val="032E59"/>
                </a:solidFill>
              </a:rPr>
              <a:t>Develop an Online Faculty Consultation System to automate scheduling, tracking, and reporting of student consultations.</a:t>
            </a:r>
            <a:endParaRPr lang="en-US" altLang="en-US" sz="3500" dirty="0">
              <a:solidFill>
                <a:srgbClr val="032E59"/>
              </a:solidFill>
            </a:endParaRPr>
          </a:p>
        </p:txBody>
      </p:sp>
      <p:sp>
        <p:nvSpPr>
          <p:cNvPr id="1048661" name="Rectangle 3"/>
          <p:cNvSpPr/>
          <p:nvPr/>
        </p:nvSpPr>
        <p:spPr>
          <a:xfrm>
            <a:off x="318877" y="389917"/>
            <a:ext cx="2219353" cy="400110"/>
          </a:xfrm>
          <a:prstGeom prst="rect">
            <a:avLst/>
          </a:prstGeom>
          <a:solidFill>
            <a:srgbClr val="FFC000"/>
          </a:solidFill>
        </p:spPr>
        <p:txBody>
          <a:bodyPr wrap="square">
            <a:spAutoFit/>
          </a:bodyPr>
          <a:p>
            <a:r>
              <a:rPr lang="en-US" sz="2000" b="1" spc="300" dirty="0">
                <a:solidFill>
                  <a:srgbClr val="000000"/>
                </a:solidFill>
                <a:latin typeface="Myanmar Text" panose="020B0502040204020203" pitchFamily="34" charset="0"/>
                <a:ea typeface="Myanmar Text" panose="020B0502040204020203" pitchFamily="34" charset="0"/>
              </a:rPr>
              <a:t>Objectives</a:t>
            </a:r>
            <a:endParaRPr lang="en-PH" sz="2000" spc="3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92" name=""/>
        <p:cNvGrpSpPr/>
        <p:nvPr/>
      </p:nvGrpSpPr>
      <p:grpSpPr>
        <a:xfrm>
          <a:off x="0" y="0"/>
          <a:ext cx="0" cy="0"/>
          <a:chOff x="0" y="0"/>
          <a:chExt cx="0" cy="0"/>
        </a:xfrm>
      </p:grpSpPr>
      <p:sp>
        <p:nvSpPr>
          <p:cNvPr id="1048662" name="Content Placeholder 2"/>
          <p:cNvSpPr>
            <a:spLocks noGrp="1"/>
          </p:cNvSpPr>
          <p:nvPr>
            <p:ph idx="1"/>
          </p:nvPr>
        </p:nvSpPr>
        <p:spPr>
          <a:xfrm>
            <a:off x="585280" y="1076595"/>
            <a:ext cx="11243553" cy="5391487"/>
          </a:xfrm>
        </p:spPr>
        <p:txBody>
          <a:bodyPr>
            <a:noAutofit/>
          </a:bodyPr>
          <a:p>
            <a:pPr marL="0" indent="0">
              <a:buNone/>
            </a:pPr>
            <a:r>
              <a:rPr lang="en-US" altLang="en-US" sz="3500" dirty="0">
                <a:solidFill>
                  <a:srgbClr val="032E59"/>
                </a:solidFill>
              </a:rPr>
              <a:t>Key Objectives</a:t>
            </a:r>
            <a:endParaRPr lang="en-US" altLang="en-US" sz="3500" dirty="0">
              <a:solidFill>
                <a:srgbClr val="032E59"/>
              </a:solidFill>
            </a:endParaRPr>
          </a:p>
          <a:p>
            <a:pPr marL="0" indent="0">
              <a:buNone/>
            </a:pPr>
            <a:endParaRPr lang="en-US" altLang="en-US" sz="3500" dirty="0">
              <a:solidFill>
                <a:srgbClr val="032E59"/>
              </a:solidFill>
            </a:endParaRPr>
          </a:p>
          <a:p>
            <a:pPr marL="514350" indent="-514350">
              <a:buAutoNum type="arabicPeriod"/>
            </a:pPr>
            <a:r>
              <a:rPr lang="en-US" altLang="en-US" sz="3500" dirty="0">
                <a:solidFill>
                  <a:srgbClr val="032E59"/>
                </a:solidFill>
              </a:rPr>
              <a:t>Students can book consultations online faculty can approve automatically.</a:t>
            </a:r>
            <a:endParaRPr lang="en-US" altLang="en-US" sz="3500" dirty="0">
              <a:solidFill>
                <a:srgbClr val="032E59"/>
              </a:solidFill>
            </a:endParaRPr>
          </a:p>
          <a:p>
            <a:pPr marL="514350" indent="-514350">
              <a:buAutoNum type="arabicPeriod"/>
            </a:pPr>
            <a:r>
              <a:rPr lang="en-US" altLang="en-US" sz="3500" dirty="0">
                <a:solidFill>
                  <a:srgbClr val="032E59"/>
                </a:solidFill>
              </a:rPr>
              <a:t>Faculty and students can view consultation schedules and logs instantly.</a:t>
            </a:r>
            <a:endParaRPr lang="en-US" altLang="en-US" sz="3500" dirty="0">
              <a:solidFill>
                <a:srgbClr val="032E59"/>
              </a:solidFill>
            </a:endParaRPr>
          </a:p>
          <a:p>
            <a:pPr marL="514350" indent="-514350">
              <a:buAutoNum type="arabicPeriod"/>
            </a:pPr>
            <a:r>
              <a:rPr lang="en-US" altLang="en-US" sz="3500" dirty="0">
                <a:solidFill>
                  <a:srgbClr val="032E59"/>
                </a:solidFill>
              </a:rPr>
              <a:t>The system automatically keeps consultation history and produces reports for evaluation.</a:t>
            </a:r>
            <a:endParaRPr lang="en-US" altLang="en-US" sz="3500" dirty="0">
              <a:solidFill>
                <a:srgbClr val="032E59"/>
              </a:solidFill>
            </a:endParaRPr>
          </a:p>
        </p:txBody>
      </p:sp>
      <p:sp>
        <p:nvSpPr>
          <p:cNvPr id="1048663" name="Rectangle 3"/>
          <p:cNvSpPr/>
          <p:nvPr/>
        </p:nvSpPr>
        <p:spPr>
          <a:xfrm>
            <a:off x="318877" y="389917"/>
            <a:ext cx="2219353" cy="400110"/>
          </a:xfrm>
          <a:prstGeom prst="rect">
            <a:avLst/>
          </a:prstGeom>
          <a:solidFill>
            <a:srgbClr val="FFC000"/>
          </a:solidFill>
        </p:spPr>
        <p:txBody>
          <a:bodyPr wrap="square">
            <a:spAutoFit/>
          </a:bodyPr>
          <a:p>
            <a:r>
              <a:rPr lang="en-US" sz="2000" b="1" spc="300" dirty="0">
                <a:solidFill>
                  <a:srgbClr val="000000"/>
                </a:solidFill>
                <a:latin typeface="Myanmar Text" panose="020B0502040204020203" pitchFamily="34" charset="0"/>
                <a:ea typeface="Myanmar Text" panose="020B0502040204020203" pitchFamily="34" charset="0"/>
              </a:rPr>
              <a:t>Objectives</a:t>
            </a:r>
            <a:endParaRPr lang="en-PH" sz="2000" spc="3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87" name=""/>
        <p:cNvGrpSpPr/>
        <p:nvPr/>
      </p:nvGrpSpPr>
      <p:grpSpPr>
        <a:xfrm>
          <a:off x="0" y="0"/>
          <a:ext cx="0" cy="0"/>
          <a:chOff x="0" y="0"/>
          <a:chExt cx="0" cy="0"/>
        </a:xfrm>
      </p:grpSpPr>
      <p:sp>
        <p:nvSpPr>
          <p:cNvPr id="1048654" name="Rectangle 1"/>
          <p:cNvSpPr/>
          <p:nvPr/>
        </p:nvSpPr>
        <p:spPr>
          <a:xfrm>
            <a:off x="250825" y="273050"/>
            <a:ext cx="3702050" cy="701039"/>
          </a:xfrm>
          <a:prstGeom prst="rect">
            <a:avLst/>
          </a:prstGeom>
          <a:solidFill>
            <a:srgbClr val="FFC000"/>
          </a:solidFill>
        </p:spPr>
        <p:txBody>
          <a:bodyPr wrap="square">
            <a:spAutoFit/>
          </a:bodyPr>
          <a:p>
            <a:r>
              <a:rPr lang="en-US" altLang="en-US" sz="2000" spc="300" dirty="0"/>
              <a:t>Theoretical Framework</a:t>
            </a:r>
            <a:endParaRPr lang="en-US" altLang="en-US" sz="2000" spc="300" dirty="0"/>
          </a:p>
        </p:txBody>
      </p:sp>
      <p:sp>
        <p:nvSpPr>
          <p:cNvPr id="1048655" name="Content Placeholder 2"/>
          <p:cNvSpPr>
            <a:spLocks noGrp="1"/>
          </p:cNvSpPr>
          <p:nvPr>
            <p:ph idx="1"/>
          </p:nvPr>
        </p:nvSpPr>
        <p:spPr>
          <a:xfrm>
            <a:off x="585281" y="1077230"/>
            <a:ext cx="10515600" cy="5071285"/>
          </a:xfrm>
        </p:spPr>
        <p:txBody>
          <a:bodyPr>
            <a:noAutofit/>
          </a:bodyPr>
          <a:p>
            <a:pPr marL="0" indent="0">
              <a:buNone/>
            </a:pPr>
            <a:r>
              <a:rPr lang="en-US" altLang="en-US" sz="3100" dirty="0">
                <a:solidFill>
                  <a:srgbClr val="032E59"/>
                </a:solidFill>
              </a:rPr>
              <a:t>The Online Faculty Consultation System is anchored on the findings of Shen et al. (2024) who emphasized that online consultation platforms integrate both technical systems and social interaction to improve accessibility and efficiency. Applying this framework, the system ensures streamlined scheduling, documentation, and feedback while fostering meaningful academic dialogue between students and faculty.</a:t>
            </a:r>
            <a:endParaRPr lang="en-US" altLang="en-US" sz="3100" dirty="0">
              <a:solidFill>
                <a:srgbClr val="032E59"/>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50" name=""/>
        <p:cNvGrpSpPr/>
        <p:nvPr/>
      </p:nvGrpSpPr>
      <p:grpSpPr>
        <a:xfrm>
          <a:off x="0" y="0"/>
          <a:ext cx="0" cy="0"/>
          <a:chOff x="0" y="0"/>
          <a:chExt cx="0" cy="0"/>
        </a:xfrm>
      </p:grpSpPr>
      <p:sp>
        <p:nvSpPr>
          <p:cNvPr id="1048590" name="Rectangle 1"/>
          <p:cNvSpPr/>
          <p:nvPr/>
        </p:nvSpPr>
        <p:spPr>
          <a:xfrm>
            <a:off x="250825" y="273050"/>
            <a:ext cx="1864685" cy="396240"/>
          </a:xfrm>
          <a:prstGeom prst="rect">
            <a:avLst/>
          </a:prstGeom>
          <a:solidFill>
            <a:srgbClr val="FFC000"/>
          </a:solidFill>
        </p:spPr>
        <p:txBody>
          <a:bodyPr wrap="square">
            <a:spAutoFit/>
          </a:bodyPr>
          <a:p>
            <a:r>
              <a:rPr lang="en-US" altLang="en-US" sz="2000" spc="300" dirty="0"/>
              <a:t>M</a:t>
            </a:r>
            <a:r>
              <a:rPr lang="en-US" altLang="en-US" sz="2000" spc="300" dirty="0"/>
              <a:t>e</a:t>
            </a:r>
            <a:r>
              <a:rPr lang="en-US" altLang="en-US" sz="2000" spc="300" dirty="0"/>
              <a:t>t</a:t>
            </a:r>
            <a:r>
              <a:rPr lang="en-US" altLang="en-US" sz="2000" spc="300" dirty="0"/>
              <a:t>h</a:t>
            </a:r>
            <a:r>
              <a:rPr lang="en-US" altLang="en-US" sz="2000" spc="300" dirty="0"/>
              <a:t>o</a:t>
            </a:r>
            <a:r>
              <a:rPr lang="en-US" altLang="en-US" sz="2000" spc="300" dirty="0"/>
              <a:t>d</a:t>
            </a:r>
            <a:r>
              <a:rPr lang="en-US" altLang="en-US" sz="2000" spc="300" dirty="0"/>
              <a:t>s</a:t>
            </a:r>
            <a:r>
              <a:rPr lang="en-US" altLang="en-US" sz="2000" spc="300" dirty="0"/>
              <a:t> </a:t>
            </a:r>
            <a:endParaRPr lang="en-US" altLang="en-US" sz="2000" spc="300" dirty="0"/>
          </a:p>
        </p:txBody>
      </p:sp>
      <p:sp>
        <p:nvSpPr>
          <p:cNvPr id="1048591" name="Content Placeholder 2"/>
          <p:cNvSpPr>
            <a:spLocks noGrp="1"/>
          </p:cNvSpPr>
          <p:nvPr>
            <p:ph idx="1"/>
          </p:nvPr>
        </p:nvSpPr>
        <p:spPr>
          <a:xfrm>
            <a:off x="585281" y="1077230"/>
            <a:ext cx="10515600" cy="5071285"/>
          </a:xfrm>
        </p:spPr>
        <p:txBody>
          <a:bodyPr>
            <a:noAutofit/>
          </a:bodyPr>
          <a:p>
            <a:pPr marL="0" indent="0">
              <a:buNone/>
            </a:pPr>
            <a:r>
              <a:rPr lang="en-US" altLang="en-US" sz="2700" b="1" dirty="0">
                <a:solidFill>
                  <a:srgbClr val="032E59"/>
                </a:solidFill>
              </a:rPr>
              <a:t>Research Design:</a:t>
            </a:r>
            <a:r>
              <a:rPr lang="en-US" altLang="en-US" sz="2700" dirty="0">
                <a:solidFill>
                  <a:srgbClr val="032E59"/>
                </a:solidFill>
              </a:rPr>
              <a:t> Descriptive-developmental method using the System Development Life Cycle (SDLC).</a:t>
            </a:r>
            <a:endParaRPr lang="en-US" altLang="en-US" sz="2700" dirty="0">
              <a:solidFill>
                <a:srgbClr val="032E59"/>
              </a:solidFill>
            </a:endParaRPr>
          </a:p>
          <a:p>
            <a:pPr marL="0" indent="0">
              <a:buNone/>
            </a:pPr>
            <a:r>
              <a:rPr lang="en-US" altLang="en-US" sz="2700" b="1" dirty="0">
                <a:solidFill>
                  <a:srgbClr val="032E59"/>
                </a:solidFill>
              </a:rPr>
              <a:t>Respondents:</a:t>
            </a:r>
            <a:r>
              <a:rPr lang="en-US" altLang="en-US" sz="2700" dirty="0">
                <a:solidFill>
                  <a:srgbClr val="032E59"/>
                </a:solidFill>
              </a:rPr>
              <a:t> Faculty and students</a:t>
            </a:r>
            <a:endParaRPr lang="en-US" altLang="en-US" sz="2700" dirty="0">
              <a:solidFill>
                <a:srgbClr val="032E59"/>
              </a:solidFill>
            </a:endParaRPr>
          </a:p>
          <a:p>
            <a:pPr marL="0" indent="0">
              <a:buNone/>
            </a:pPr>
            <a:r>
              <a:rPr lang="en-US" altLang="en-US" sz="2700" b="1" dirty="0">
                <a:solidFill>
                  <a:srgbClr val="032E59"/>
                </a:solidFill>
              </a:rPr>
              <a:t>Research Environment: </a:t>
            </a:r>
            <a:r>
              <a:rPr lang="en-US" altLang="en-US" sz="2700" dirty="0">
                <a:solidFill>
                  <a:srgbClr val="032E59"/>
                </a:solidFill>
              </a:rPr>
              <a:t>The study was conducted at the JMRSU-TC campus.</a:t>
            </a:r>
            <a:endParaRPr lang="en-US" altLang="en-US" sz="2700" dirty="0">
              <a:solidFill>
                <a:srgbClr val="032E59"/>
              </a:solidFill>
            </a:endParaRPr>
          </a:p>
          <a:p>
            <a:pPr marL="0" indent="0">
              <a:buNone/>
            </a:pPr>
            <a:r>
              <a:rPr lang="en-US" altLang="en-US" sz="2700" b="1" dirty="0">
                <a:solidFill>
                  <a:srgbClr val="032E59"/>
                </a:solidFill>
              </a:rPr>
              <a:t>Statistical Tool:</a:t>
            </a:r>
            <a:r>
              <a:rPr lang="en-US" altLang="en-US" sz="2700" dirty="0">
                <a:solidFill>
                  <a:srgbClr val="032E59"/>
                </a:solidFill>
              </a:rPr>
              <a:t> The study used weighted mean and Likert scale analysis to evaluate survey responses and measure the usability of the Online Faculty Consultation System.</a:t>
            </a:r>
            <a:endParaRPr lang="en-US" altLang="en-US" sz="2700" dirty="0">
              <a:solidFill>
                <a:srgbClr val="032E59"/>
              </a:solidFill>
            </a:endParaRPr>
          </a:p>
          <a:p>
            <a:pPr marL="0" indent="0">
              <a:buNone/>
            </a:pPr>
            <a:r>
              <a:rPr lang="en-US" altLang="en-US" sz="2700" b="1" dirty="0">
                <a:solidFill>
                  <a:srgbClr val="032E59"/>
                </a:solidFill>
              </a:rPr>
              <a:t>Project Management:</a:t>
            </a:r>
            <a:r>
              <a:rPr lang="en-US" altLang="en-US" sz="2700" dirty="0">
                <a:solidFill>
                  <a:srgbClr val="032E59"/>
                </a:solidFill>
              </a:rPr>
              <a:t> </a:t>
            </a:r>
            <a:r>
              <a:rPr lang="en-US" altLang="en-US" sz="2700" dirty="0">
                <a:solidFill>
                  <a:srgbClr val="032E59"/>
                </a:solidFill>
              </a:rPr>
              <a:t>The system was developed using the Agile Model</a:t>
            </a:r>
            <a:endParaRPr lang="en-US" altLang="en-US" sz="2700" dirty="0">
              <a:solidFill>
                <a:srgbClr val="032E59"/>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76" name=""/>
        <p:cNvGrpSpPr/>
        <p:nvPr/>
      </p:nvGrpSpPr>
      <p:grpSpPr>
        <a:xfrm>
          <a:off x="0" y="0"/>
          <a:ext cx="0" cy="0"/>
          <a:chOff x="0" y="0"/>
          <a:chExt cx="0" cy="0"/>
        </a:xfrm>
      </p:grpSpPr>
      <p:sp>
        <p:nvSpPr>
          <p:cNvPr id="1048635" name="Rectangle 1"/>
          <p:cNvSpPr/>
          <p:nvPr/>
        </p:nvSpPr>
        <p:spPr>
          <a:xfrm>
            <a:off x="250825" y="273050"/>
            <a:ext cx="1864685" cy="398780"/>
          </a:xfrm>
          <a:prstGeom prst="rect">
            <a:avLst/>
          </a:prstGeom>
          <a:solidFill>
            <a:srgbClr val="FFC000"/>
          </a:solidFill>
        </p:spPr>
        <p:txBody>
          <a:bodyPr wrap="square">
            <a:spAutoFit/>
          </a:bodyPr>
          <a:p>
            <a:r>
              <a:rPr lang="en-US" altLang="en-US" sz="2000" spc="300" dirty="0"/>
              <a:t>Reference </a:t>
            </a:r>
            <a:endParaRPr lang="en-US" altLang="en-US" sz="2000" spc="300" dirty="0"/>
          </a:p>
        </p:txBody>
      </p:sp>
      <p:sp>
        <p:nvSpPr>
          <p:cNvPr id="1048636" name="Content Placeholder 2"/>
          <p:cNvSpPr>
            <a:spLocks noGrp="1"/>
          </p:cNvSpPr>
          <p:nvPr>
            <p:ph idx="1"/>
          </p:nvPr>
        </p:nvSpPr>
        <p:spPr>
          <a:xfrm>
            <a:off x="585281" y="1317895"/>
            <a:ext cx="10515600" cy="5071285"/>
          </a:xfrm>
        </p:spPr>
        <p:txBody>
          <a:bodyPr>
            <a:noAutofit/>
          </a:bodyPr>
          <a:p>
            <a:pPr marL="0" indent="0">
              <a:buNone/>
            </a:pPr>
            <a:r>
              <a:rPr lang="en-US" altLang="en-US" sz="3200" dirty="0">
                <a:solidFill>
                  <a:srgbClr val="032E59"/>
                </a:solidFill>
              </a:rPr>
              <a:t>Shen, T., Li, Y., &amp; Chen, X. (2024). A systematic review of online medical consultation research. Healthcare, 12(16), 1687. https://doi.org/10.3390/healthcare12171687 (doi.org in Bing)</a:t>
            </a:r>
            <a:endParaRPr lang="en-US" altLang="en-US" sz="3200" dirty="0">
              <a:solidFill>
                <a:srgbClr val="032E59"/>
              </a:solidFill>
            </a:endParaRPr>
          </a:p>
          <a:p>
            <a:pPr marL="0" indent="0">
              <a:buNone/>
            </a:pPr>
            <a:endParaRPr lang="en-US" altLang="en-US" sz="3200" dirty="0">
              <a:solidFill>
                <a:srgbClr val="032E59"/>
              </a:solidFill>
            </a:endParaRPr>
          </a:p>
          <a:p>
            <a:pPr marL="0" indent="0">
              <a:buNone/>
            </a:pPr>
            <a:endParaRPr lang="en-US" altLang="en-US" sz="3200" dirty="0">
              <a:solidFill>
                <a:srgbClr val="032E59"/>
              </a:solidFill>
            </a:endParaRPr>
          </a:p>
          <a:p>
            <a:pPr marL="0" indent="0">
              <a:buNone/>
            </a:pPr>
            <a:endParaRPr lang="en-US" altLang="en-US" sz="3200" dirty="0">
              <a:solidFill>
                <a:srgbClr val="032E59"/>
              </a:solidFill>
            </a:endParaRPr>
          </a:p>
        </p:txBody>
      </p:sp>
      <p:sp>
        <p:nvSpPr>
          <p:cNvPr id="1" name="Text Box 0"/>
          <p:cNvSpPr txBox="1"/>
          <p:nvPr/>
        </p:nvSpPr>
        <p:spPr>
          <a:xfrm>
            <a:off x="-443230" y="4465320"/>
            <a:ext cx="4064000" cy="368300"/>
          </a:xfrm>
          <a:prstGeom prst="rect">
            <a:avLst/>
          </a:prstGeom>
          <a:noFill/>
        </p:spPr>
        <p:txBody>
          <a:bodyPr wrap="square" rtlCol="0">
            <a:spAutoFit/>
          </a:bodyPr>
          <a:p>
            <a:endParaRPr 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94" name=""/>
        <p:cNvGrpSpPr/>
        <p:nvPr/>
      </p:nvGrpSpPr>
      <p:grpSpPr>
        <a:xfrm>
          <a:off x="0" y="0"/>
          <a:ext cx="0" cy="0"/>
          <a:chOff x="0" y="0"/>
          <a:chExt cx="0" cy="0"/>
        </a:xfrm>
      </p:grpSpPr>
      <p:sp>
        <p:nvSpPr>
          <p:cNvPr id="1048669" name="Title 6"/>
          <p:cNvSpPr>
            <a:spLocks noGrp="1"/>
          </p:cNvSpPr>
          <p:nvPr>
            <p:ph type="title"/>
          </p:nvPr>
        </p:nvSpPr>
        <p:spPr>
          <a:xfrm>
            <a:off x="3219061" y="1784383"/>
            <a:ext cx="8417638" cy="2879725"/>
          </a:xfrm>
        </p:spPr>
        <p:txBody>
          <a:bodyPr>
            <a:normAutofit/>
          </a:bodyPr>
          <a:p>
            <a:r>
              <a:rPr lang="en-US" sz="8000" b="1" dirty="0">
                <a:solidFill>
                  <a:srgbClr val="032E59"/>
                </a:solidFill>
              </a:rPr>
              <a:t>Thank you </a:t>
            </a:r>
            <a:br>
              <a:rPr lang="en-US" sz="8000" b="1" dirty="0">
                <a:solidFill>
                  <a:srgbClr val="032E59"/>
                </a:solidFill>
              </a:rPr>
            </a:br>
            <a:r>
              <a:rPr lang="en-US" sz="8000" b="1" dirty="0">
                <a:solidFill>
                  <a:srgbClr val="032E59"/>
                </a:solidFill>
              </a:rPr>
              <a:t>very much!</a:t>
            </a:r>
            <a:endParaRPr lang="en-US" sz="8000" b="1" dirty="0">
              <a:solidFill>
                <a:srgbClr val="032E59"/>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JRMSU">
      <a:majorFont>
        <a:latin typeface="Century Gothic"/>
        <a:ea typeface=""/>
        <a:cs typeface=""/>
      </a:majorFont>
      <a:minorFont>
        <a:latin typeface="Arial Nov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7726</Words>
  <Application>WPS Presentation</Application>
  <PresentationFormat/>
  <Paragraphs>250</Paragraphs>
  <Slides>37</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37</vt:i4>
      </vt:variant>
    </vt:vector>
  </HeadingPairs>
  <TitlesOfParts>
    <vt:vector size="47" baseType="lpstr">
      <vt:lpstr>Arial</vt:lpstr>
      <vt:lpstr>SimSun</vt:lpstr>
      <vt:lpstr>Wingdings</vt:lpstr>
      <vt:lpstr>Myanmar Text</vt:lpstr>
      <vt:lpstr>Century Gothic</vt:lpstr>
      <vt:lpstr>Microsoft YaHei</vt:lpstr>
      <vt:lpstr>Arial Unicode MS</vt:lpstr>
      <vt:lpstr>Arial Nova</vt:lpstr>
      <vt:lpstr>Calibri</vt:lpstr>
      <vt:lpstr>Office Theme</vt:lpstr>
      <vt:lpstr>Title Prosposal Presentation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Thank you  very much!</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Prosposal Presentation </dc:title>
  <dc:creator>OUP</dc:creator>
  <cp:lastModifiedBy>Karen P. Padilla</cp:lastModifiedBy>
  <cp:revision>2</cp:revision>
  <dcterms:created xsi:type="dcterms:W3CDTF">2026-03-09T21:10:31Z</dcterms:created>
  <dcterms:modified xsi:type="dcterms:W3CDTF">2026-03-09T21:16:18Z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b3ecc422c55d45fc8d3c9274e741ae03</vt:lpwstr>
  </property>
  <property fmtid="{D5CDD505-2E9C-101B-9397-08002B2CF9AE}" pid="3" name="KSOProductBuildVer">
    <vt:lpwstr>1033-12.2.0.23196</vt:lpwstr>
  </property>
</Properties>
</file>